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69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6"/>
    <p:restoredTop sz="91139" autoAdjust="0"/>
  </p:normalViewPr>
  <p:slideViewPr>
    <p:cSldViewPr snapToGrid="0" snapToObjects="1"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C0B5F-52A2-9B41-BFC5-0DB07FB9AB12}" type="datetimeFigureOut">
              <a:t>19.11.2025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62550-18CA-7044-928A-C2BA61ADA87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9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38D40-5FFF-B94A-B73C-AEEAA71DAB07}" type="datetimeFigureOut">
              <a:t>19.11.2025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A747-8BCC-E04F-A27E-63F1BAAF02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34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51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989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89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6752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44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905931" y="0"/>
            <a:ext cx="5536769" cy="3962400"/>
          </a:xfrm>
          <a:custGeom>
            <a:avLst/>
            <a:gdLst>
              <a:gd name="connsiteX0" fmla="*/ 0 w 3725333"/>
              <a:gd name="connsiteY0" fmla="*/ 0 h 3962400"/>
              <a:gd name="connsiteX1" fmla="*/ 3725333 w 3725333"/>
              <a:gd name="connsiteY1" fmla="*/ 0 h 3962400"/>
              <a:gd name="connsiteX2" fmla="*/ 3725333 w 3725333"/>
              <a:gd name="connsiteY2" fmla="*/ 3962400 h 3962400"/>
              <a:gd name="connsiteX3" fmla="*/ 0 w 3725333"/>
              <a:gd name="connsiteY3" fmla="*/ 3962400 h 396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5333" h="3962400">
                <a:moveTo>
                  <a:pt x="0" y="0"/>
                </a:moveTo>
                <a:lnTo>
                  <a:pt x="3725333" y="0"/>
                </a:lnTo>
                <a:lnTo>
                  <a:pt x="3725333" y="3962400"/>
                </a:lnTo>
                <a:lnTo>
                  <a:pt x="0" y="39624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53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6096001" cy="3284376"/>
          </a:xfrm>
          <a:custGeom>
            <a:avLst/>
            <a:gdLst>
              <a:gd name="connsiteX0" fmla="*/ 0 w 6096001"/>
              <a:gd name="connsiteY0" fmla="*/ 0 h 3284376"/>
              <a:gd name="connsiteX1" fmla="*/ 6096001 w 6096001"/>
              <a:gd name="connsiteY1" fmla="*/ 0 h 3284376"/>
              <a:gd name="connsiteX2" fmla="*/ 6096001 w 6096001"/>
              <a:gd name="connsiteY2" fmla="*/ 3284376 h 3284376"/>
              <a:gd name="connsiteX3" fmla="*/ 0 w 6096001"/>
              <a:gd name="connsiteY3" fmla="*/ 3284376 h 3284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1" h="3284376">
                <a:moveTo>
                  <a:pt x="0" y="0"/>
                </a:moveTo>
                <a:lnTo>
                  <a:pt x="6096001" y="0"/>
                </a:lnTo>
                <a:lnTo>
                  <a:pt x="6096001" y="3284376"/>
                </a:lnTo>
                <a:lnTo>
                  <a:pt x="0" y="3284376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8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3725333" cy="3962400"/>
          </a:xfrm>
          <a:custGeom>
            <a:avLst/>
            <a:gdLst>
              <a:gd name="connsiteX0" fmla="*/ 0 w 3725333"/>
              <a:gd name="connsiteY0" fmla="*/ 0 h 3962400"/>
              <a:gd name="connsiteX1" fmla="*/ 3725333 w 3725333"/>
              <a:gd name="connsiteY1" fmla="*/ 0 h 3962400"/>
              <a:gd name="connsiteX2" fmla="*/ 3725333 w 3725333"/>
              <a:gd name="connsiteY2" fmla="*/ 3962400 h 3962400"/>
              <a:gd name="connsiteX3" fmla="*/ 0 w 3725333"/>
              <a:gd name="connsiteY3" fmla="*/ 3962400 h 396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5333" h="3962400">
                <a:moveTo>
                  <a:pt x="0" y="0"/>
                </a:moveTo>
                <a:lnTo>
                  <a:pt x="3725333" y="0"/>
                </a:lnTo>
                <a:lnTo>
                  <a:pt x="3725333" y="3962400"/>
                </a:lnTo>
                <a:lnTo>
                  <a:pt x="0" y="39624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6096000" y="3666414"/>
            <a:ext cx="5156718" cy="3191587"/>
          </a:xfrm>
          <a:custGeom>
            <a:avLst/>
            <a:gdLst>
              <a:gd name="connsiteX0" fmla="*/ 0 w 5156718"/>
              <a:gd name="connsiteY0" fmla="*/ 0 h 3191587"/>
              <a:gd name="connsiteX1" fmla="*/ 5156718 w 5156718"/>
              <a:gd name="connsiteY1" fmla="*/ 0 h 3191587"/>
              <a:gd name="connsiteX2" fmla="*/ 5156718 w 5156718"/>
              <a:gd name="connsiteY2" fmla="*/ 3191587 h 3191587"/>
              <a:gd name="connsiteX3" fmla="*/ 0 w 5156718"/>
              <a:gd name="connsiteY3" fmla="*/ 3191587 h 3191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6718" h="3191587">
                <a:moveTo>
                  <a:pt x="0" y="0"/>
                </a:moveTo>
                <a:lnTo>
                  <a:pt x="5156718" y="0"/>
                </a:lnTo>
                <a:lnTo>
                  <a:pt x="5156718" y="3191587"/>
                </a:lnTo>
                <a:lnTo>
                  <a:pt x="0" y="3191587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8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6096000" cy="6858001"/>
          </a:xfrm>
          <a:custGeom>
            <a:avLst/>
            <a:gdLst>
              <a:gd name="connsiteX0" fmla="*/ 0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8001 h 6858001"/>
              <a:gd name="connsiteX3" fmla="*/ 0 w 6096000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1">
                <a:moveTo>
                  <a:pt x="0" y="0"/>
                </a:moveTo>
                <a:lnTo>
                  <a:pt x="6096000" y="0"/>
                </a:lnTo>
                <a:lnTo>
                  <a:pt x="6096000" y="6858001"/>
                </a:lnTo>
                <a:lnTo>
                  <a:pt x="0" y="6858001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7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18448" y="2914261"/>
            <a:ext cx="5861697" cy="3962400"/>
          </a:xfrm>
          <a:custGeom>
            <a:avLst/>
            <a:gdLst>
              <a:gd name="connsiteX0" fmla="*/ 0 w 5861697"/>
              <a:gd name="connsiteY0" fmla="*/ 0 h 3962400"/>
              <a:gd name="connsiteX1" fmla="*/ 5861697 w 5861697"/>
              <a:gd name="connsiteY1" fmla="*/ 0 h 3962400"/>
              <a:gd name="connsiteX2" fmla="*/ 5861697 w 5861697"/>
              <a:gd name="connsiteY2" fmla="*/ 3962400 h 3962400"/>
              <a:gd name="connsiteX3" fmla="*/ 0 w 5861697"/>
              <a:gd name="connsiteY3" fmla="*/ 3962400 h 396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1697" h="3962400">
                <a:moveTo>
                  <a:pt x="0" y="0"/>
                </a:moveTo>
                <a:lnTo>
                  <a:pt x="5861697" y="0"/>
                </a:lnTo>
                <a:lnTo>
                  <a:pt x="5861697" y="3962400"/>
                </a:lnTo>
                <a:lnTo>
                  <a:pt x="0" y="39624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0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445381" y="-18660"/>
            <a:ext cx="3286447" cy="3447660"/>
          </a:xfrm>
          <a:custGeom>
            <a:avLst/>
            <a:gdLst>
              <a:gd name="connsiteX0" fmla="*/ 0 w 3286447"/>
              <a:gd name="connsiteY0" fmla="*/ 0 h 3447660"/>
              <a:gd name="connsiteX1" fmla="*/ 3286447 w 3286447"/>
              <a:gd name="connsiteY1" fmla="*/ 0 h 3447660"/>
              <a:gd name="connsiteX2" fmla="*/ 3286447 w 3286447"/>
              <a:gd name="connsiteY2" fmla="*/ 3447660 h 3447660"/>
              <a:gd name="connsiteX3" fmla="*/ 0 w 3286447"/>
              <a:gd name="connsiteY3" fmla="*/ 3447660 h 344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6447" h="3447660">
                <a:moveTo>
                  <a:pt x="0" y="0"/>
                </a:moveTo>
                <a:lnTo>
                  <a:pt x="3286447" y="0"/>
                </a:lnTo>
                <a:lnTo>
                  <a:pt x="3286447" y="3447660"/>
                </a:lnTo>
                <a:lnTo>
                  <a:pt x="0" y="344766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8905553" y="3429000"/>
            <a:ext cx="3286447" cy="3447660"/>
          </a:xfrm>
          <a:custGeom>
            <a:avLst/>
            <a:gdLst>
              <a:gd name="connsiteX0" fmla="*/ 0 w 3286447"/>
              <a:gd name="connsiteY0" fmla="*/ 0 h 3447660"/>
              <a:gd name="connsiteX1" fmla="*/ 3286447 w 3286447"/>
              <a:gd name="connsiteY1" fmla="*/ 0 h 3447660"/>
              <a:gd name="connsiteX2" fmla="*/ 3286447 w 3286447"/>
              <a:gd name="connsiteY2" fmla="*/ 3447660 h 3447660"/>
              <a:gd name="connsiteX3" fmla="*/ 0 w 3286447"/>
              <a:gd name="connsiteY3" fmla="*/ 3447660 h 344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6447" h="3447660">
                <a:moveTo>
                  <a:pt x="0" y="0"/>
                </a:moveTo>
                <a:lnTo>
                  <a:pt x="3286447" y="0"/>
                </a:lnTo>
                <a:lnTo>
                  <a:pt x="3286447" y="3447660"/>
                </a:lnTo>
                <a:lnTo>
                  <a:pt x="0" y="344766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5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2183088" cy="2290177"/>
          </a:xfrm>
          <a:custGeom>
            <a:avLst/>
            <a:gdLst>
              <a:gd name="connsiteX0" fmla="*/ 0 w 2183088"/>
              <a:gd name="connsiteY0" fmla="*/ 0 h 2290177"/>
              <a:gd name="connsiteX1" fmla="*/ 2183088 w 2183088"/>
              <a:gd name="connsiteY1" fmla="*/ 0 h 2290177"/>
              <a:gd name="connsiteX2" fmla="*/ 2183088 w 2183088"/>
              <a:gd name="connsiteY2" fmla="*/ 2290177 h 2290177"/>
              <a:gd name="connsiteX3" fmla="*/ 0 w 2183088"/>
              <a:gd name="connsiteY3" fmla="*/ 2290177 h 2290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3088" h="2290177">
                <a:moveTo>
                  <a:pt x="0" y="0"/>
                </a:moveTo>
                <a:lnTo>
                  <a:pt x="2183088" y="0"/>
                </a:lnTo>
                <a:lnTo>
                  <a:pt x="2183088" y="2290177"/>
                </a:lnTo>
                <a:lnTo>
                  <a:pt x="0" y="2290177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2183089" y="2283912"/>
            <a:ext cx="2183088" cy="2290177"/>
          </a:xfrm>
          <a:custGeom>
            <a:avLst/>
            <a:gdLst>
              <a:gd name="connsiteX0" fmla="*/ 0 w 2183088"/>
              <a:gd name="connsiteY0" fmla="*/ 0 h 2290177"/>
              <a:gd name="connsiteX1" fmla="*/ 2183088 w 2183088"/>
              <a:gd name="connsiteY1" fmla="*/ 0 h 2290177"/>
              <a:gd name="connsiteX2" fmla="*/ 2183088 w 2183088"/>
              <a:gd name="connsiteY2" fmla="*/ 2290177 h 2290177"/>
              <a:gd name="connsiteX3" fmla="*/ 0 w 2183088"/>
              <a:gd name="connsiteY3" fmla="*/ 2290177 h 2290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3088" h="2290177">
                <a:moveTo>
                  <a:pt x="0" y="0"/>
                </a:moveTo>
                <a:lnTo>
                  <a:pt x="2183088" y="0"/>
                </a:lnTo>
                <a:lnTo>
                  <a:pt x="2183088" y="2290177"/>
                </a:lnTo>
                <a:lnTo>
                  <a:pt x="0" y="2290177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4366177" y="4567823"/>
            <a:ext cx="2183088" cy="2290177"/>
          </a:xfrm>
          <a:custGeom>
            <a:avLst/>
            <a:gdLst>
              <a:gd name="connsiteX0" fmla="*/ 0 w 2183088"/>
              <a:gd name="connsiteY0" fmla="*/ 0 h 2290177"/>
              <a:gd name="connsiteX1" fmla="*/ 2183088 w 2183088"/>
              <a:gd name="connsiteY1" fmla="*/ 0 h 2290177"/>
              <a:gd name="connsiteX2" fmla="*/ 2183088 w 2183088"/>
              <a:gd name="connsiteY2" fmla="*/ 2290177 h 2290177"/>
              <a:gd name="connsiteX3" fmla="*/ 0 w 2183088"/>
              <a:gd name="connsiteY3" fmla="*/ 2290177 h 2290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3088" h="2290177">
                <a:moveTo>
                  <a:pt x="0" y="0"/>
                </a:moveTo>
                <a:lnTo>
                  <a:pt x="2183088" y="0"/>
                </a:lnTo>
                <a:lnTo>
                  <a:pt x="2183088" y="2290177"/>
                </a:lnTo>
                <a:lnTo>
                  <a:pt x="0" y="2290177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8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286447" cy="3447660"/>
          </a:xfrm>
          <a:custGeom>
            <a:avLst/>
            <a:gdLst>
              <a:gd name="connsiteX0" fmla="*/ 0 w 3286447"/>
              <a:gd name="connsiteY0" fmla="*/ 0 h 3447660"/>
              <a:gd name="connsiteX1" fmla="*/ 3286447 w 3286447"/>
              <a:gd name="connsiteY1" fmla="*/ 0 h 3447660"/>
              <a:gd name="connsiteX2" fmla="*/ 3286447 w 3286447"/>
              <a:gd name="connsiteY2" fmla="*/ 3447660 h 3447660"/>
              <a:gd name="connsiteX3" fmla="*/ 0 w 3286447"/>
              <a:gd name="connsiteY3" fmla="*/ 3447660 h 344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6447" h="3447660">
                <a:moveTo>
                  <a:pt x="0" y="0"/>
                </a:moveTo>
                <a:lnTo>
                  <a:pt x="3286447" y="0"/>
                </a:lnTo>
                <a:lnTo>
                  <a:pt x="3286447" y="3447660"/>
                </a:lnTo>
                <a:lnTo>
                  <a:pt x="0" y="344766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8905553" y="3429000"/>
            <a:ext cx="3286447" cy="3447660"/>
          </a:xfrm>
          <a:custGeom>
            <a:avLst/>
            <a:gdLst>
              <a:gd name="connsiteX0" fmla="*/ 0 w 3286447"/>
              <a:gd name="connsiteY0" fmla="*/ 0 h 3447660"/>
              <a:gd name="connsiteX1" fmla="*/ 3286447 w 3286447"/>
              <a:gd name="connsiteY1" fmla="*/ 0 h 3447660"/>
              <a:gd name="connsiteX2" fmla="*/ 3286447 w 3286447"/>
              <a:gd name="connsiteY2" fmla="*/ 3447660 h 3447660"/>
              <a:gd name="connsiteX3" fmla="*/ 0 w 3286447"/>
              <a:gd name="connsiteY3" fmla="*/ 3447660 h 344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6447" h="3447660">
                <a:moveTo>
                  <a:pt x="0" y="0"/>
                </a:moveTo>
                <a:lnTo>
                  <a:pt x="3286447" y="0"/>
                </a:lnTo>
                <a:lnTo>
                  <a:pt x="3286447" y="3447660"/>
                </a:lnTo>
                <a:lnTo>
                  <a:pt x="0" y="344766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21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4068147"/>
            <a:ext cx="4064000" cy="2771193"/>
          </a:xfrm>
          <a:custGeom>
            <a:avLst/>
            <a:gdLst>
              <a:gd name="connsiteX0" fmla="*/ 0 w 4064000"/>
              <a:gd name="connsiteY0" fmla="*/ 0 h 2771193"/>
              <a:gd name="connsiteX1" fmla="*/ 4064000 w 4064000"/>
              <a:gd name="connsiteY1" fmla="*/ 0 h 2771193"/>
              <a:gd name="connsiteX2" fmla="*/ 4064000 w 4064000"/>
              <a:gd name="connsiteY2" fmla="*/ 2771193 h 2771193"/>
              <a:gd name="connsiteX3" fmla="*/ 0 w 4064000"/>
              <a:gd name="connsiteY3" fmla="*/ 2771193 h 277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000" h="2771193">
                <a:moveTo>
                  <a:pt x="0" y="0"/>
                </a:moveTo>
                <a:lnTo>
                  <a:pt x="4064000" y="0"/>
                </a:lnTo>
                <a:lnTo>
                  <a:pt x="4064000" y="2771193"/>
                </a:lnTo>
                <a:lnTo>
                  <a:pt x="0" y="2771193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4064000" y="4068147"/>
            <a:ext cx="4064000" cy="2771193"/>
          </a:xfrm>
          <a:custGeom>
            <a:avLst/>
            <a:gdLst>
              <a:gd name="connsiteX0" fmla="*/ 0 w 4064000"/>
              <a:gd name="connsiteY0" fmla="*/ 0 h 2771193"/>
              <a:gd name="connsiteX1" fmla="*/ 4064000 w 4064000"/>
              <a:gd name="connsiteY1" fmla="*/ 0 h 2771193"/>
              <a:gd name="connsiteX2" fmla="*/ 4064000 w 4064000"/>
              <a:gd name="connsiteY2" fmla="*/ 2771193 h 2771193"/>
              <a:gd name="connsiteX3" fmla="*/ 0 w 4064000"/>
              <a:gd name="connsiteY3" fmla="*/ 2771193 h 277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000" h="2771193">
                <a:moveTo>
                  <a:pt x="0" y="0"/>
                </a:moveTo>
                <a:lnTo>
                  <a:pt x="4064000" y="0"/>
                </a:lnTo>
                <a:lnTo>
                  <a:pt x="4064000" y="2771193"/>
                </a:lnTo>
                <a:lnTo>
                  <a:pt x="0" y="2771193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8128000" y="4068147"/>
            <a:ext cx="4064000" cy="2789853"/>
          </a:xfrm>
          <a:custGeom>
            <a:avLst/>
            <a:gdLst>
              <a:gd name="connsiteX0" fmla="*/ 0 w 4064000"/>
              <a:gd name="connsiteY0" fmla="*/ 0 h 2789853"/>
              <a:gd name="connsiteX1" fmla="*/ 4064000 w 4064000"/>
              <a:gd name="connsiteY1" fmla="*/ 0 h 2789853"/>
              <a:gd name="connsiteX2" fmla="*/ 4064000 w 4064000"/>
              <a:gd name="connsiteY2" fmla="*/ 2789853 h 2789853"/>
              <a:gd name="connsiteX3" fmla="*/ 0 w 4064000"/>
              <a:gd name="connsiteY3" fmla="*/ 2789853 h 2789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000" h="2789853">
                <a:moveTo>
                  <a:pt x="0" y="0"/>
                </a:moveTo>
                <a:lnTo>
                  <a:pt x="4064000" y="0"/>
                </a:lnTo>
                <a:lnTo>
                  <a:pt x="4064000" y="2789853"/>
                </a:lnTo>
                <a:lnTo>
                  <a:pt x="0" y="2789853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99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116979" cy="3429000"/>
          </a:xfrm>
          <a:custGeom>
            <a:avLst/>
            <a:gdLst>
              <a:gd name="connsiteX0" fmla="*/ 0 w 3116979"/>
              <a:gd name="connsiteY0" fmla="*/ 0 h 3429000"/>
              <a:gd name="connsiteX1" fmla="*/ 3116979 w 3116979"/>
              <a:gd name="connsiteY1" fmla="*/ 0 h 3429000"/>
              <a:gd name="connsiteX2" fmla="*/ 3116979 w 3116979"/>
              <a:gd name="connsiteY2" fmla="*/ 3429000 h 3429000"/>
              <a:gd name="connsiteX3" fmla="*/ 0 w 311697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6979" h="3429000">
                <a:moveTo>
                  <a:pt x="0" y="0"/>
                </a:moveTo>
                <a:lnTo>
                  <a:pt x="3116979" y="0"/>
                </a:lnTo>
                <a:lnTo>
                  <a:pt x="3116979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3092933" y="0"/>
            <a:ext cx="3116979" cy="3429000"/>
          </a:xfrm>
          <a:custGeom>
            <a:avLst/>
            <a:gdLst>
              <a:gd name="connsiteX0" fmla="*/ 0 w 3116979"/>
              <a:gd name="connsiteY0" fmla="*/ 0 h 3429000"/>
              <a:gd name="connsiteX1" fmla="*/ 3116979 w 3116979"/>
              <a:gd name="connsiteY1" fmla="*/ 0 h 3429000"/>
              <a:gd name="connsiteX2" fmla="*/ 3116979 w 3116979"/>
              <a:gd name="connsiteY2" fmla="*/ 3429000 h 3429000"/>
              <a:gd name="connsiteX3" fmla="*/ 0 w 311697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6979" h="3429000">
                <a:moveTo>
                  <a:pt x="0" y="0"/>
                </a:moveTo>
                <a:lnTo>
                  <a:pt x="3116979" y="0"/>
                </a:lnTo>
                <a:lnTo>
                  <a:pt x="3116979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16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116979" cy="3429000"/>
          </a:xfrm>
          <a:custGeom>
            <a:avLst/>
            <a:gdLst>
              <a:gd name="connsiteX0" fmla="*/ 0 w 3116979"/>
              <a:gd name="connsiteY0" fmla="*/ 0 h 3429000"/>
              <a:gd name="connsiteX1" fmla="*/ 3116979 w 3116979"/>
              <a:gd name="connsiteY1" fmla="*/ 0 h 3429000"/>
              <a:gd name="connsiteX2" fmla="*/ 3116979 w 3116979"/>
              <a:gd name="connsiteY2" fmla="*/ 3429000 h 3429000"/>
              <a:gd name="connsiteX3" fmla="*/ 0 w 311697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6979" h="3429000">
                <a:moveTo>
                  <a:pt x="0" y="0"/>
                </a:moveTo>
                <a:lnTo>
                  <a:pt x="3116979" y="0"/>
                </a:lnTo>
                <a:lnTo>
                  <a:pt x="3116979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3116979" cy="3429000"/>
          </a:xfrm>
          <a:custGeom>
            <a:avLst/>
            <a:gdLst>
              <a:gd name="connsiteX0" fmla="*/ 0 w 3116979"/>
              <a:gd name="connsiteY0" fmla="*/ 0 h 3429000"/>
              <a:gd name="connsiteX1" fmla="*/ 3116979 w 3116979"/>
              <a:gd name="connsiteY1" fmla="*/ 0 h 3429000"/>
              <a:gd name="connsiteX2" fmla="*/ 3116979 w 3116979"/>
              <a:gd name="connsiteY2" fmla="*/ 3429000 h 3429000"/>
              <a:gd name="connsiteX3" fmla="*/ 0 w 311697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6979" h="3429000">
                <a:moveTo>
                  <a:pt x="0" y="0"/>
                </a:moveTo>
                <a:lnTo>
                  <a:pt x="3116979" y="0"/>
                </a:lnTo>
                <a:lnTo>
                  <a:pt x="3116979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3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958042" y="0"/>
            <a:ext cx="3116979" cy="3429000"/>
          </a:xfrm>
          <a:custGeom>
            <a:avLst/>
            <a:gdLst>
              <a:gd name="connsiteX0" fmla="*/ 0 w 3116979"/>
              <a:gd name="connsiteY0" fmla="*/ 0 h 3429000"/>
              <a:gd name="connsiteX1" fmla="*/ 3116979 w 3116979"/>
              <a:gd name="connsiteY1" fmla="*/ 0 h 3429000"/>
              <a:gd name="connsiteX2" fmla="*/ 3116979 w 3116979"/>
              <a:gd name="connsiteY2" fmla="*/ 3429000 h 3429000"/>
              <a:gd name="connsiteX3" fmla="*/ 0 w 311697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6979" h="3429000">
                <a:moveTo>
                  <a:pt x="0" y="0"/>
                </a:moveTo>
                <a:lnTo>
                  <a:pt x="3116979" y="0"/>
                </a:lnTo>
                <a:lnTo>
                  <a:pt x="3116979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9075021" y="3429000"/>
            <a:ext cx="3116979" cy="3429000"/>
          </a:xfrm>
          <a:custGeom>
            <a:avLst/>
            <a:gdLst>
              <a:gd name="connsiteX0" fmla="*/ 0 w 3116979"/>
              <a:gd name="connsiteY0" fmla="*/ 0 h 3429000"/>
              <a:gd name="connsiteX1" fmla="*/ 3116979 w 3116979"/>
              <a:gd name="connsiteY1" fmla="*/ 0 h 3429000"/>
              <a:gd name="connsiteX2" fmla="*/ 3116979 w 3116979"/>
              <a:gd name="connsiteY2" fmla="*/ 3429000 h 3429000"/>
              <a:gd name="connsiteX3" fmla="*/ 0 w 311697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6979" h="3429000">
                <a:moveTo>
                  <a:pt x="0" y="0"/>
                </a:moveTo>
                <a:lnTo>
                  <a:pt x="3116979" y="0"/>
                </a:lnTo>
                <a:lnTo>
                  <a:pt x="3116979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552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116979" cy="3429000"/>
          </a:xfrm>
          <a:custGeom>
            <a:avLst/>
            <a:gdLst>
              <a:gd name="connsiteX0" fmla="*/ 0 w 3116979"/>
              <a:gd name="connsiteY0" fmla="*/ 0 h 3429000"/>
              <a:gd name="connsiteX1" fmla="*/ 3116979 w 3116979"/>
              <a:gd name="connsiteY1" fmla="*/ 0 h 3429000"/>
              <a:gd name="connsiteX2" fmla="*/ 3116979 w 3116979"/>
              <a:gd name="connsiteY2" fmla="*/ 3429000 h 3429000"/>
              <a:gd name="connsiteX3" fmla="*/ 0 w 311697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6979" h="3429000">
                <a:moveTo>
                  <a:pt x="0" y="0"/>
                </a:moveTo>
                <a:lnTo>
                  <a:pt x="3116979" y="0"/>
                </a:lnTo>
                <a:lnTo>
                  <a:pt x="3116979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3116979" y="3429000"/>
            <a:ext cx="3116979" cy="3429000"/>
          </a:xfrm>
          <a:custGeom>
            <a:avLst/>
            <a:gdLst>
              <a:gd name="connsiteX0" fmla="*/ 0 w 3116979"/>
              <a:gd name="connsiteY0" fmla="*/ 0 h 3429000"/>
              <a:gd name="connsiteX1" fmla="*/ 3116979 w 3116979"/>
              <a:gd name="connsiteY1" fmla="*/ 0 h 3429000"/>
              <a:gd name="connsiteX2" fmla="*/ 3116979 w 3116979"/>
              <a:gd name="connsiteY2" fmla="*/ 3429000 h 3429000"/>
              <a:gd name="connsiteX3" fmla="*/ 0 w 311697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6979" h="3429000">
                <a:moveTo>
                  <a:pt x="0" y="0"/>
                </a:moveTo>
                <a:lnTo>
                  <a:pt x="3116979" y="0"/>
                </a:lnTo>
                <a:lnTo>
                  <a:pt x="3116979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20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198798" y="0"/>
            <a:ext cx="2170922" cy="3429000"/>
          </a:xfrm>
          <a:custGeom>
            <a:avLst/>
            <a:gdLst>
              <a:gd name="connsiteX0" fmla="*/ 0 w 2170922"/>
              <a:gd name="connsiteY0" fmla="*/ 0 h 3429000"/>
              <a:gd name="connsiteX1" fmla="*/ 2170922 w 2170922"/>
              <a:gd name="connsiteY1" fmla="*/ 0 h 3429000"/>
              <a:gd name="connsiteX2" fmla="*/ 2170922 w 2170922"/>
              <a:gd name="connsiteY2" fmla="*/ 3429000 h 3429000"/>
              <a:gd name="connsiteX3" fmla="*/ 0 w 217092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0922" h="3429000">
                <a:moveTo>
                  <a:pt x="0" y="0"/>
                </a:moveTo>
                <a:lnTo>
                  <a:pt x="2170922" y="0"/>
                </a:lnTo>
                <a:lnTo>
                  <a:pt x="2170922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5198798" y="3429000"/>
            <a:ext cx="2170922" cy="3429000"/>
          </a:xfrm>
          <a:custGeom>
            <a:avLst/>
            <a:gdLst>
              <a:gd name="connsiteX0" fmla="*/ 0 w 2170922"/>
              <a:gd name="connsiteY0" fmla="*/ 0 h 3429000"/>
              <a:gd name="connsiteX1" fmla="*/ 2170922 w 2170922"/>
              <a:gd name="connsiteY1" fmla="*/ 0 h 3429000"/>
              <a:gd name="connsiteX2" fmla="*/ 2170922 w 2170922"/>
              <a:gd name="connsiteY2" fmla="*/ 3429000 h 3429000"/>
              <a:gd name="connsiteX3" fmla="*/ 0 w 217092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0922" h="3429000">
                <a:moveTo>
                  <a:pt x="0" y="0"/>
                </a:moveTo>
                <a:lnTo>
                  <a:pt x="2170922" y="0"/>
                </a:lnTo>
                <a:lnTo>
                  <a:pt x="2170922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910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10021078" y="0"/>
            <a:ext cx="2170922" cy="3429000"/>
          </a:xfrm>
          <a:custGeom>
            <a:avLst/>
            <a:gdLst>
              <a:gd name="connsiteX0" fmla="*/ 0 w 2170922"/>
              <a:gd name="connsiteY0" fmla="*/ 0 h 3429000"/>
              <a:gd name="connsiteX1" fmla="*/ 2170922 w 2170922"/>
              <a:gd name="connsiteY1" fmla="*/ 0 h 3429000"/>
              <a:gd name="connsiteX2" fmla="*/ 2170922 w 2170922"/>
              <a:gd name="connsiteY2" fmla="*/ 3429000 h 3429000"/>
              <a:gd name="connsiteX3" fmla="*/ 0 w 217092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0922" h="3429000">
                <a:moveTo>
                  <a:pt x="0" y="0"/>
                </a:moveTo>
                <a:lnTo>
                  <a:pt x="2170922" y="0"/>
                </a:lnTo>
                <a:lnTo>
                  <a:pt x="2170922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10014857" y="3429000"/>
            <a:ext cx="2170922" cy="3429000"/>
          </a:xfrm>
          <a:custGeom>
            <a:avLst/>
            <a:gdLst>
              <a:gd name="connsiteX0" fmla="*/ 0 w 2170922"/>
              <a:gd name="connsiteY0" fmla="*/ 0 h 3429000"/>
              <a:gd name="connsiteX1" fmla="*/ 2170922 w 2170922"/>
              <a:gd name="connsiteY1" fmla="*/ 0 h 3429000"/>
              <a:gd name="connsiteX2" fmla="*/ 2170922 w 2170922"/>
              <a:gd name="connsiteY2" fmla="*/ 3429000 h 3429000"/>
              <a:gd name="connsiteX3" fmla="*/ 0 w 217092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0922" h="3429000">
                <a:moveTo>
                  <a:pt x="0" y="0"/>
                </a:moveTo>
                <a:lnTo>
                  <a:pt x="2170922" y="0"/>
                </a:lnTo>
                <a:lnTo>
                  <a:pt x="2170922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6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3534655" cy="3429000"/>
          </a:xfrm>
          <a:custGeom>
            <a:avLst/>
            <a:gdLst>
              <a:gd name="connsiteX0" fmla="*/ 0 w 3534655"/>
              <a:gd name="connsiteY0" fmla="*/ 0 h 3429000"/>
              <a:gd name="connsiteX1" fmla="*/ 3534655 w 3534655"/>
              <a:gd name="connsiteY1" fmla="*/ 0 h 3429000"/>
              <a:gd name="connsiteX2" fmla="*/ 3534655 w 3534655"/>
              <a:gd name="connsiteY2" fmla="*/ 3429000 h 3429000"/>
              <a:gd name="connsiteX3" fmla="*/ 0 w 3534655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4655" h="3429000">
                <a:moveTo>
                  <a:pt x="0" y="0"/>
                </a:moveTo>
                <a:lnTo>
                  <a:pt x="3534655" y="0"/>
                </a:lnTo>
                <a:lnTo>
                  <a:pt x="3534655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6096001" y="0"/>
            <a:ext cx="6096000" cy="3429000"/>
          </a:xfrm>
          <a:custGeom>
            <a:avLst/>
            <a:gdLst>
              <a:gd name="connsiteX0" fmla="*/ 0 w 6096000"/>
              <a:gd name="connsiteY0" fmla="*/ 0 h 3429000"/>
              <a:gd name="connsiteX1" fmla="*/ 6096000 w 6096000"/>
              <a:gd name="connsiteY1" fmla="*/ 0 h 3429000"/>
              <a:gd name="connsiteX2" fmla="*/ 6096000 w 6096000"/>
              <a:gd name="connsiteY2" fmla="*/ 3429000 h 3429000"/>
              <a:gd name="connsiteX3" fmla="*/ 0 w 6096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342900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385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981362" y="1152954"/>
            <a:ext cx="2170922" cy="2870406"/>
          </a:xfrm>
          <a:custGeom>
            <a:avLst/>
            <a:gdLst>
              <a:gd name="connsiteX0" fmla="*/ 0 w 2170922"/>
              <a:gd name="connsiteY0" fmla="*/ 0 h 2870406"/>
              <a:gd name="connsiteX1" fmla="*/ 2170922 w 2170922"/>
              <a:gd name="connsiteY1" fmla="*/ 0 h 2870406"/>
              <a:gd name="connsiteX2" fmla="*/ 2170922 w 2170922"/>
              <a:gd name="connsiteY2" fmla="*/ 2870406 h 2870406"/>
              <a:gd name="connsiteX3" fmla="*/ 0 w 2170922"/>
              <a:gd name="connsiteY3" fmla="*/ 2870406 h 2870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0922" h="2870406">
                <a:moveTo>
                  <a:pt x="0" y="0"/>
                </a:moveTo>
                <a:lnTo>
                  <a:pt x="2170922" y="0"/>
                </a:lnTo>
                <a:lnTo>
                  <a:pt x="2170922" y="2870406"/>
                </a:lnTo>
                <a:lnTo>
                  <a:pt x="0" y="2870406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3152284" y="3987594"/>
            <a:ext cx="2170922" cy="2870406"/>
          </a:xfrm>
          <a:custGeom>
            <a:avLst/>
            <a:gdLst>
              <a:gd name="connsiteX0" fmla="*/ 0 w 2170922"/>
              <a:gd name="connsiteY0" fmla="*/ 0 h 2870406"/>
              <a:gd name="connsiteX1" fmla="*/ 2170922 w 2170922"/>
              <a:gd name="connsiteY1" fmla="*/ 0 h 2870406"/>
              <a:gd name="connsiteX2" fmla="*/ 2170922 w 2170922"/>
              <a:gd name="connsiteY2" fmla="*/ 2870406 h 2870406"/>
              <a:gd name="connsiteX3" fmla="*/ 0 w 2170922"/>
              <a:gd name="connsiteY3" fmla="*/ 2870406 h 2870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0922" h="2870406">
                <a:moveTo>
                  <a:pt x="0" y="0"/>
                </a:moveTo>
                <a:lnTo>
                  <a:pt x="2170922" y="0"/>
                </a:lnTo>
                <a:lnTo>
                  <a:pt x="2170922" y="2870406"/>
                </a:lnTo>
                <a:lnTo>
                  <a:pt x="0" y="2870406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0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159802" y="3429000"/>
            <a:ext cx="3225439" cy="3429000"/>
          </a:xfrm>
          <a:custGeom>
            <a:avLst/>
            <a:gdLst>
              <a:gd name="connsiteX0" fmla="*/ 0 w 3225439"/>
              <a:gd name="connsiteY0" fmla="*/ 0 h 3429000"/>
              <a:gd name="connsiteX1" fmla="*/ 3225439 w 3225439"/>
              <a:gd name="connsiteY1" fmla="*/ 0 h 3429000"/>
              <a:gd name="connsiteX2" fmla="*/ 3225439 w 3225439"/>
              <a:gd name="connsiteY2" fmla="*/ 3429000 h 3429000"/>
              <a:gd name="connsiteX3" fmla="*/ 0 w 322543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5439" h="3429000">
                <a:moveTo>
                  <a:pt x="0" y="0"/>
                </a:moveTo>
                <a:lnTo>
                  <a:pt x="3225439" y="0"/>
                </a:lnTo>
                <a:lnTo>
                  <a:pt x="3225439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8385241" y="0"/>
            <a:ext cx="3806759" cy="3429000"/>
          </a:xfrm>
          <a:custGeom>
            <a:avLst/>
            <a:gdLst>
              <a:gd name="connsiteX0" fmla="*/ 0 w 3806759"/>
              <a:gd name="connsiteY0" fmla="*/ 0 h 3429000"/>
              <a:gd name="connsiteX1" fmla="*/ 3806759 w 3806759"/>
              <a:gd name="connsiteY1" fmla="*/ 0 h 3429000"/>
              <a:gd name="connsiteX2" fmla="*/ 3806759 w 3806759"/>
              <a:gd name="connsiteY2" fmla="*/ 3429000 h 3429000"/>
              <a:gd name="connsiteX3" fmla="*/ 0 w 380675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6759" h="3429000">
                <a:moveTo>
                  <a:pt x="0" y="0"/>
                </a:moveTo>
                <a:lnTo>
                  <a:pt x="3806759" y="0"/>
                </a:lnTo>
                <a:lnTo>
                  <a:pt x="3806759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86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264858" y="1789890"/>
            <a:ext cx="3225439" cy="2996118"/>
          </a:xfrm>
          <a:custGeom>
            <a:avLst/>
            <a:gdLst>
              <a:gd name="connsiteX0" fmla="*/ 0 w 3225439"/>
              <a:gd name="connsiteY0" fmla="*/ 0 h 2996118"/>
              <a:gd name="connsiteX1" fmla="*/ 3225439 w 3225439"/>
              <a:gd name="connsiteY1" fmla="*/ 0 h 2996118"/>
              <a:gd name="connsiteX2" fmla="*/ 3225439 w 3225439"/>
              <a:gd name="connsiteY2" fmla="*/ 2996118 h 2996118"/>
              <a:gd name="connsiteX3" fmla="*/ 0 w 3225439"/>
              <a:gd name="connsiteY3" fmla="*/ 2996118 h 2996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5439" h="2996118">
                <a:moveTo>
                  <a:pt x="0" y="0"/>
                </a:moveTo>
                <a:lnTo>
                  <a:pt x="3225439" y="0"/>
                </a:lnTo>
                <a:lnTo>
                  <a:pt x="3225439" y="2996118"/>
                </a:lnTo>
                <a:lnTo>
                  <a:pt x="0" y="2996118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8288866" y="1789890"/>
            <a:ext cx="3225439" cy="2996118"/>
          </a:xfrm>
          <a:custGeom>
            <a:avLst/>
            <a:gdLst>
              <a:gd name="connsiteX0" fmla="*/ 0 w 3225439"/>
              <a:gd name="connsiteY0" fmla="*/ 0 h 2996118"/>
              <a:gd name="connsiteX1" fmla="*/ 3225439 w 3225439"/>
              <a:gd name="connsiteY1" fmla="*/ 0 h 2996118"/>
              <a:gd name="connsiteX2" fmla="*/ 3225439 w 3225439"/>
              <a:gd name="connsiteY2" fmla="*/ 2996118 h 2996118"/>
              <a:gd name="connsiteX3" fmla="*/ 0 w 3225439"/>
              <a:gd name="connsiteY3" fmla="*/ 2996118 h 2996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5439" h="2996118">
                <a:moveTo>
                  <a:pt x="0" y="0"/>
                </a:moveTo>
                <a:lnTo>
                  <a:pt x="3225439" y="0"/>
                </a:lnTo>
                <a:lnTo>
                  <a:pt x="3225439" y="2996118"/>
                </a:lnTo>
                <a:lnTo>
                  <a:pt x="0" y="2996118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540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6044122" y="0"/>
            <a:ext cx="3073939" cy="6858000"/>
          </a:xfrm>
          <a:custGeom>
            <a:avLst/>
            <a:gdLst>
              <a:gd name="connsiteX0" fmla="*/ 0 w 3073939"/>
              <a:gd name="connsiteY0" fmla="*/ 0 h 6858000"/>
              <a:gd name="connsiteX1" fmla="*/ 3073939 w 3073939"/>
              <a:gd name="connsiteY1" fmla="*/ 0 h 6858000"/>
              <a:gd name="connsiteX2" fmla="*/ 3073939 w 3073939"/>
              <a:gd name="connsiteY2" fmla="*/ 6858000 h 6858000"/>
              <a:gd name="connsiteX3" fmla="*/ 0 w 307393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3939" h="6858000">
                <a:moveTo>
                  <a:pt x="0" y="0"/>
                </a:moveTo>
                <a:lnTo>
                  <a:pt x="3073939" y="0"/>
                </a:lnTo>
                <a:lnTo>
                  <a:pt x="3073939" y="6858000"/>
                </a:lnTo>
                <a:lnTo>
                  <a:pt x="0" y="6858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9118061" y="0"/>
            <a:ext cx="3073939" cy="3429000"/>
          </a:xfrm>
          <a:custGeom>
            <a:avLst/>
            <a:gdLst>
              <a:gd name="connsiteX0" fmla="*/ 0 w 3073939"/>
              <a:gd name="connsiteY0" fmla="*/ 0 h 3429000"/>
              <a:gd name="connsiteX1" fmla="*/ 3073939 w 3073939"/>
              <a:gd name="connsiteY1" fmla="*/ 0 h 3429000"/>
              <a:gd name="connsiteX2" fmla="*/ 3073939 w 3073939"/>
              <a:gd name="connsiteY2" fmla="*/ 3429000 h 3429000"/>
              <a:gd name="connsiteX3" fmla="*/ 0 w 307393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3939" h="3429000">
                <a:moveTo>
                  <a:pt x="0" y="0"/>
                </a:moveTo>
                <a:lnTo>
                  <a:pt x="3073939" y="0"/>
                </a:lnTo>
                <a:lnTo>
                  <a:pt x="3073939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9118061" y="3429000"/>
            <a:ext cx="3073939" cy="3429000"/>
          </a:xfrm>
          <a:custGeom>
            <a:avLst/>
            <a:gdLst>
              <a:gd name="connsiteX0" fmla="*/ 0 w 3073939"/>
              <a:gd name="connsiteY0" fmla="*/ 0 h 3429000"/>
              <a:gd name="connsiteX1" fmla="*/ 3073939 w 3073939"/>
              <a:gd name="connsiteY1" fmla="*/ 0 h 3429000"/>
              <a:gd name="connsiteX2" fmla="*/ 3073939 w 3073939"/>
              <a:gd name="connsiteY2" fmla="*/ 3429000 h 3429000"/>
              <a:gd name="connsiteX3" fmla="*/ 0 w 307393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3939" h="3429000">
                <a:moveTo>
                  <a:pt x="0" y="0"/>
                </a:moveTo>
                <a:lnTo>
                  <a:pt x="3073939" y="0"/>
                </a:lnTo>
                <a:lnTo>
                  <a:pt x="3073939" y="3429000"/>
                </a:lnTo>
                <a:lnTo>
                  <a:pt x="0" y="342900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529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424773" y="389106"/>
            <a:ext cx="2649167" cy="3146898"/>
          </a:xfrm>
          <a:custGeom>
            <a:avLst/>
            <a:gdLst>
              <a:gd name="connsiteX0" fmla="*/ 0 w 2649167"/>
              <a:gd name="connsiteY0" fmla="*/ 0 h 3146898"/>
              <a:gd name="connsiteX1" fmla="*/ 2649167 w 2649167"/>
              <a:gd name="connsiteY1" fmla="*/ 0 h 3146898"/>
              <a:gd name="connsiteX2" fmla="*/ 2649167 w 2649167"/>
              <a:gd name="connsiteY2" fmla="*/ 3146898 h 3146898"/>
              <a:gd name="connsiteX3" fmla="*/ 0 w 2649167"/>
              <a:gd name="connsiteY3" fmla="*/ 3146898 h 3146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9167" h="3146898">
                <a:moveTo>
                  <a:pt x="0" y="0"/>
                </a:moveTo>
                <a:lnTo>
                  <a:pt x="2649167" y="0"/>
                </a:lnTo>
                <a:lnTo>
                  <a:pt x="2649167" y="3146898"/>
                </a:lnTo>
                <a:lnTo>
                  <a:pt x="0" y="3146898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3388468" y="389106"/>
            <a:ext cx="2649167" cy="2723746"/>
          </a:xfrm>
          <a:custGeom>
            <a:avLst/>
            <a:gdLst>
              <a:gd name="connsiteX0" fmla="*/ 0 w 2649167"/>
              <a:gd name="connsiteY0" fmla="*/ 0 h 2723746"/>
              <a:gd name="connsiteX1" fmla="*/ 2649167 w 2649167"/>
              <a:gd name="connsiteY1" fmla="*/ 0 h 2723746"/>
              <a:gd name="connsiteX2" fmla="*/ 2649167 w 2649167"/>
              <a:gd name="connsiteY2" fmla="*/ 2723746 h 2723746"/>
              <a:gd name="connsiteX3" fmla="*/ 0 w 2649167"/>
              <a:gd name="connsiteY3" fmla="*/ 2723746 h 2723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9167" h="2723746">
                <a:moveTo>
                  <a:pt x="0" y="0"/>
                </a:moveTo>
                <a:lnTo>
                  <a:pt x="2649167" y="0"/>
                </a:lnTo>
                <a:lnTo>
                  <a:pt x="2649167" y="2723746"/>
                </a:lnTo>
                <a:lnTo>
                  <a:pt x="0" y="2723746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424772" y="3852152"/>
            <a:ext cx="2649167" cy="2723746"/>
          </a:xfrm>
          <a:custGeom>
            <a:avLst/>
            <a:gdLst>
              <a:gd name="connsiteX0" fmla="*/ 0 w 2649167"/>
              <a:gd name="connsiteY0" fmla="*/ 0 h 2723746"/>
              <a:gd name="connsiteX1" fmla="*/ 2649167 w 2649167"/>
              <a:gd name="connsiteY1" fmla="*/ 0 h 2723746"/>
              <a:gd name="connsiteX2" fmla="*/ 2649167 w 2649167"/>
              <a:gd name="connsiteY2" fmla="*/ 2723746 h 2723746"/>
              <a:gd name="connsiteX3" fmla="*/ 0 w 2649167"/>
              <a:gd name="connsiteY3" fmla="*/ 2723746 h 2723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9167" h="2723746">
                <a:moveTo>
                  <a:pt x="0" y="0"/>
                </a:moveTo>
                <a:lnTo>
                  <a:pt x="2649167" y="0"/>
                </a:lnTo>
                <a:lnTo>
                  <a:pt x="2649167" y="2723746"/>
                </a:lnTo>
                <a:lnTo>
                  <a:pt x="0" y="2723746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3388467" y="3429000"/>
            <a:ext cx="2649167" cy="3146898"/>
          </a:xfrm>
          <a:custGeom>
            <a:avLst/>
            <a:gdLst>
              <a:gd name="connsiteX0" fmla="*/ 0 w 2649167"/>
              <a:gd name="connsiteY0" fmla="*/ 0 h 3146898"/>
              <a:gd name="connsiteX1" fmla="*/ 2649167 w 2649167"/>
              <a:gd name="connsiteY1" fmla="*/ 0 h 3146898"/>
              <a:gd name="connsiteX2" fmla="*/ 2649167 w 2649167"/>
              <a:gd name="connsiteY2" fmla="*/ 3146898 h 3146898"/>
              <a:gd name="connsiteX3" fmla="*/ 0 w 2649167"/>
              <a:gd name="connsiteY3" fmla="*/ 3146898 h 3146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9167" h="3146898">
                <a:moveTo>
                  <a:pt x="0" y="0"/>
                </a:moveTo>
                <a:lnTo>
                  <a:pt x="2649167" y="0"/>
                </a:lnTo>
                <a:lnTo>
                  <a:pt x="2649167" y="3146898"/>
                </a:lnTo>
                <a:lnTo>
                  <a:pt x="0" y="3146898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565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949430"/>
            <a:ext cx="6096000" cy="2908570"/>
          </a:xfrm>
          <a:custGeom>
            <a:avLst/>
            <a:gdLst>
              <a:gd name="connsiteX0" fmla="*/ 0 w 6096000"/>
              <a:gd name="connsiteY0" fmla="*/ 0 h 2908570"/>
              <a:gd name="connsiteX1" fmla="*/ 6096000 w 6096000"/>
              <a:gd name="connsiteY1" fmla="*/ 0 h 2908570"/>
              <a:gd name="connsiteX2" fmla="*/ 6096000 w 6096000"/>
              <a:gd name="connsiteY2" fmla="*/ 2908570 h 2908570"/>
              <a:gd name="connsiteX3" fmla="*/ 0 w 6096000"/>
              <a:gd name="connsiteY3" fmla="*/ 2908570 h 290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2908570">
                <a:moveTo>
                  <a:pt x="0" y="0"/>
                </a:moveTo>
                <a:lnTo>
                  <a:pt x="6096000" y="0"/>
                </a:lnTo>
                <a:lnTo>
                  <a:pt x="6096000" y="2908570"/>
                </a:lnTo>
                <a:lnTo>
                  <a:pt x="0" y="290857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6096000" y="3949430"/>
            <a:ext cx="6096000" cy="2908570"/>
          </a:xfrm>
          <a:custGeom>
            <a:avLst/>
            <a:gdLst>
              <a:gd name="connsiteX0" fmla="*/ 0 w 6096000"/>
              <a:gd name="connsiteY0" fmla="*/ 0 h 2908570"/>
              <a:gd name="connsiteX1" fmla="*/ 6096000 w 6096000"/>
              <a:gd name="connsiteY1" fmla="*/ 0 h 2908570"/>
              <a:gd name="connsiteX2" fmla="*/ 6096000 w 6096000"/>
              <a:gd name="connsiteY2" fmla="*/ 2908570 h 2908570"/>
              <a:gd name="connsiteX3" fmla="*/ 0 w 6096000"/>
              <a:gd name="connsiteY3" fmla="*/ 2908570 h 290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2908570">
                <a:moveTo>
                  <a:pt x="0" y="0"/>
                </a:moveTo>
                <a:lnTo>
                  <a:pt x="6096000" y="0"/>
                </a:lnTo>
                <a:lnTo>
                  <a:pt x="6096000" y="2908570"/>
                </a:lnTo>
                <a:lnTo>
                  <a:pt x="0" y="2908570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1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706893" y="0"/>
            <a:ext cx="3242553" cy="5671227"/>
          </a:xfrm>
          <a:custGeom>
            <a:avLst/>
            <a:gdLst>
              <a:gd name="connsiteX0" fmla="*/ 0 w 3242553"/>
              <a:gd name="connsiteY0" fmla="*/ 0 h 5671227"/>
              <a:gd name="connsiteX1" fmla="*/ 3242553 w 3242553"/>
              <a:gd name="connsiteY1" fmla="*/ 0 h 5671227"/>
              <a:gd name="connsiteX2" fmla="*/ 3242553 w 3242553"/>
              <a:gd name="connsiteY2" fmla="*/ 5671227 h 5671227"/>
              <a:gd name="connsiteX3" fmla="*/ 0 w 3242553"/>
              <a:gd name="connsiteY3" fmla="*/ 5671227 h 5671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553" h="5671227">
                <a:moveTo>
                  <a:pt x="0" y="0"/>
                </a:moveTo>
                <a:lnTo>
                  <a:pt x="3242553" y="0"/>
                </a:lnTo>
                <a:lnTo>
                  <a:pt x="3242553" y="5671227"/>
                </a:lnTo>
                <a:lnTo>
                  <a:pt x="0" y="5671227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8949446" y="1186773"/>
            <a:ext cx="3242553" cy="5671227"/>
          </a:xfrm>
          <a:custGeom>
            <a:avLst/>
            <a:gdLst>
              <a:gd name="connsiteX0" fmla="*/ 0 w 3242553"/>
              <a:gd name="connsiteY0" fmla="*/ 0 h 5671227"/>
              <a:gd name="connsiteX1" fmla="*/ 3242553 w 3242553"/>
              <a:gd name="connsiteY1" fmla="*/ 0 h 5671227"/>
              <a:gd name="connsiteX2" fmla="*/ 3242553 w 3242553"/>
              <a:gd name="connsiteY2" fmla="*/ 5671227 h 5671227"/>
              <a:gd name="connsiteX3" fmla="*/ 0 w 3242553"/>
              <a:gd name="connsiteY3" fmla="*/ 5671227 h 5671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553" h="5671227">
                <a:moveTo>
                  <a:pt x="0" y="0"/>
                </a:moveTo>
                <a:lnTo>
                  <a:pt x="3242553" y="0"/>
                </a:lnTo>
                <a:lnTo>
                  <a:pt x="3242553" y="5671227"/>
                </a:lnTo>
                <a:lnTo>
                  <a:pt x="0" y="5671227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978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980484" y="0"/>
            <a:ext cx="2765896" cy="3093396"/>
          </a:xfrm>
          <a:custGeom>
            <a:avLst/>
            <a:gdLst>
              <a:gd name="connsiteX0" fmla="*/ 0 w 2765896"/>
              <a:gd name="connsiteY0" fmla="*/ 0 h 3093396"/>
              <a:gd name="connsiteX1" fmla="*/ 2765896 w 2765896"/>
              <a:gd name="connsiteY1" fmla="*/ 0 h 3093396"/>
              <a:gd name="connsiteX2" fmla="*/ 2765896 w 2765896"/>
              <a:gd name="connsiteY2" fmla="*/ 3093396 h 3093396"/>
              <a:gd name="connsiteX3" fmla="*/ 0 w 2765896"/>
              <a:gd name="connsiteY3" fmla="*/ 3093396 h 30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5896" h="3093396">
                <a:moveTo>
                  <a:pt x="0" y="0"/>
                </a:moveTo>
                <a:lnTo>
                  <a:pt x="2765896" y="0"/>
                </a:lnTo>
                <a:lnTo>
                  <a:pt x="2765896" y="3093396"/>
                </a:lnTo>
                <a:lnTo>
                  <a:pt x="0" y="3093396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4980485" y="3093396"/>
            <a:ext cx="2765896" cy="3764604"/>
          </a:xfrm>
          <a:custGeom>
            <a:avLst/>
            <a:gdLst>
              <a:gd name="connsiteX0" fmla="*/ 0 w 2765896"/>
              <a:gd name="connsiteY0" fmla="*/ 0 h 3764604"/>
              <a:gd name="connsiteX1" fmla="*/ 2765896 w 2765896"/>
              <a:gd name="connsiteY1" fmla="*/ 0 h 3764604"/>
              <a:gd name="connsiteX2" fmla="*/ 2765896 w 2765896"/>
              <a:gd name="connsiteY2" fmla="*/ 3764604 h 3764604"/>
              <a:gd name="connsiteX3" fmla="*/ 0 w 2765896"/>
              <a:gd name="connsiteY3" fmla="*/ 3764604 h 376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5896" h="3764604">
                <a:moveTo>
                  <a:pt x="0" y="0"/>
                </a:moveTo>
                <a:lnTo>
                  <a:pt x="2765896" y="0"/>
                </a:lnTo>
                <a:lnTo>
                  <a:pt x="2765896" y="3764604"/>
                </a:lnTo>
                <a:lnTo>
                  <a:pt x="0" y="3764604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92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38D40-5FFF-B94A-B73C-AEEAA71DAB07}" type="datetimeFigureOut">
              <a:t>19.11.2025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FA747-8BCC-E04F-A27E-63F1BAAF02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0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265250" y="2155031"/>
            <a:ext cx="9525365" cy="1193585"/>
            <a:chOff x="1465275" y="2411299"/>
            <a:chExt cx="9525365" cy="1193585"/>
          </a:xfrm>
        </p:grpSpPr>
        <p:sp>
          <p:nvSpPr>
            <p:cNvPr id="5" name="Rectangle 4"/>
            <p:cNvSpPr/>
            <p:nvPr/>
          </p:nvSpPr>
          <p:spPr>
            <a:xfrm rot="5400000">
              <a:off x="6027418" y="1920260"/>
              <a:ext cx="137160" cy="1119237"/>
            </a:xfrm>
            <a:prstGeom prst="rect">
              <a:avLst/>
            </a:prstGeom>
            <a:gradFill>
              <a:gsLst>
                <a:gs pos="0">
                  <a:schemeClr val="tx2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465275" y="2835443"/>
              <a:ext cx="952536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4400" b="1" spc="600" dirty="0">
                  <a:latin typeface="Arial Black" panose="020B0A04020102020204" pitchFamily="34" charset="0"/>
                  <a:ea typeface="Poppins" charset="0"/>
                  <a:cs typeface="Poppins" charset="0"/>
                </a:rPr>
                <a:t>Кредитный калькулятор</a:t>
              </a:r>
              <a:endParaRPr lang="en-US" sz="4400" b="1" spc="600" dirty="0">
                <a:latin typeface="Arial Black" panose="020B0A04020102020204" pitchFamily="34" charset="0"/>
                <a:ea typeface="Poppins" charset="0"/>
                <a:cs typeface="Poppins" charset="0"/>
              </a:endParaRPr>
            </a:p>
          </p:txBody>
        </p:sp>
      </p:grp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59A0E58-AD75-2C7C-D4EA-539B2BD365D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6368" b="16368"/>
          <a:stretch>
            <a:fillRect/>
          </a:stretch>
        </p:blipFill>
        <p:spPr>
          <a:xfrm>
            <a:off x="8453438" y="288925"/>
            <a:ext cx="3190875" cy="2146300"/>
          </a:xfrm>
        </p:spPr>
      </p:pic>
    </p:spTree>
    <p:extLst>
      <p:ext uri="{BB962C8B-B14F-4D97-AF65-F5344CB8AC3E}">
        <p14:creationId xmlns:p14="http://schemas.microsoft.com/office/powerpoint/2010/main" val="432225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3">
            <a:extLst>
              <a:ext uri="{FF2B5EF4-FFF2-40B4-BE49-F238E27FC236}">
                <a16:creationId xmlns:a16="http://schemas.microsoft.com/office/drawing/2014/main" id="{1FFD228C-576A-8346-7BED-1998007650D4}"/>
              </a:ext>
            </a:extLst>
          </p:cNvPr>
          <p:cNvGrpSpPr/>
          <p:nvPr/>
        </p:nvGrpSpPr>
        <p:grpSpPr>
          <a:xfrm>
            <a:off x="423526" y="636712"/>
            <a:ext cx="2816797" cy="1424236"/>
            <a:chOff x="733613" y="904013"/>
            <a:chExt cx="2816797" cy="142423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40CE39-1C07-A6C6-2A11-0DAFACAA3851}"/>
                </a:ext>
              </a:extLst>
            </p:cNvPr>
            <p:cNvSpPr txBox="1"/>
            <p:nvPr/>
          </p:nvSpPr>
          <p:spPr>
            <a:xfrm>
              <a:off x="733613" y="1615233"/>
              <a:ext cx="2816797" cy="713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ru-RU" sz="3000" b="1" dirty="0">
                  <a:latin typeface="Arial Black" panose="020B0A04020102020204" pitchFamily="34" charset="0"/>
                  <a:ea typeface="Poppins" charset="0"/>
                  <a:cs typeface="Poppins" charset="0"/>
                </a:rPr>
                <a:t>Реализация</a:t>
              </a:r>
              <a:endParaRPr lang="en-US" sz="3000" b="1" dirty="0">
                <a:latin typeface="Arial Black" panose="020B0A04020102020204" pitchFamily="34" charset="0"/>
                <a:ea typeface="Poppins" charset="0"/>
                <a:cs typeface="Poppins" charset="0"/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C8C18E82-A0C6-C05A-3ABE-FE65DB5A894F}"/>
                </a:ext>
              </a:extLst>
            </p:cNvPr>
            <p:cNvSpPr/>
            <p:nvPr/>
          </p:nvSpPr>
          <p:spPr>
            <a:xfrm rot="5400000">
              <a:off x="793591" y="904013"/>
              <a:ext cx="444817" cy="444817"/>
            </a:xfrm>
            <a:custGeom>
              <a:avLst/>
              <a:gdLst>
                <a:gd name="connsiteX0" fmla="*/ 0 w 541175"/>
                <a:gd name="connsiteY0" fmla="*/ 326570 h 541175"/>
                <a:gd name="connsiteX1" fmla="*/ 0 w 541175"/>
                <a:gd name="connsiteY1" fmla="*/ 214603 h 541175"/>
                <a:gd name="connsiteX2" fmla="*/ 220324 w 541175"/>
                <a:gd name="connsiteY2" fmla="*/ 214603 h 541175"/>
                <a:gd name="connsiteX3" fmla="*/ 220324 w 541175"/>
                <a:gd name="connsiteY3" fmla="*/ 0 h 541175"/>
                <a:gd name="connsiteX4" fmla="*/ 332291 w 541175"/>
                <a:gd name="connsiteY4" fmla="*/ 0 h 541175"/>
                <a:gd name="connsiteX5" fmla="*/ 332291 w 541175"/>
                <a:gd name="connsiteY5" fmla="*/ 214603 h 541175"/>
                <a:gd name="connsiteX6" fmla="*/ 541175 w 541175"/>
                <a:gd name="connsiteY6" fmla="*/ 214603 h 541175"/>
                <a:gd name="connsiteX7" fmla="*/ 541175 w 541175"/>
                <a:gd name="connsiteY7" fmla="*/ 326570 h 541175"/>
                <a:gd name="connsiteX8" fmla="*/ 332291 w 541175"/>
                <a:gd name="connsiteY8" fmla="*/ 326570 h 541175"/>
                <a:gd name="connsiteX9" fmla="*/ 332291 w 541175"/>
                <a:gd name="connsiteY9" fmla="*/ 541175 h 541175"/>
                <a:gd name="connsiteX10" fmla="*/ 220324 w 541175"/>
                <a:gd name="connsiteY10" fmla="*/ 541175 h 541175"/>
                <a:gd name="connsiteX11" fmla="*/ 220324 w 541175"/>
                <a:gd name="connsiteY11" fmla="*/ 326570 h 54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1175" h="541175">
                  <a:moveTo>
                    <a:pt x="0" y="326570"/>
                  </a:moveTo>
                  <a:lnTo>
                    <a:pt x="0" y="214603"/>
                  </a:lnTo>
                  <a:lnTo>
                    <a:pt x="220324" y="214603"/>
                  </a:lnTo>
                  <a:lnTo>
                    <a:pt x="220324" y="0"/>
                  </a:lnTo>
                  <a:lnTo>
                    <a:pt x="332291" y="0"/>
                  </a:lnTo>
                  <a:lnTo>
                    <a:pt x="332291" y="214603"/>
                  </a:lnTo>
                  <a:lnTo>
                    <a:pt x="541175" y="214603"/>
                  </a:lnTo>
                  <a:lnTo>
                    <a:pt x="541175" y="326570"/>
                  </a:lnTo>
                  <a:lnTo>
                    <a:pt x="332291" y="326570"/>
                  </a:lnTo>
                  <a:lnTo>
                    <a:pt x="332291" y="541175"/>
                  </a:lnTo>
                  <a:lnTo>
                    <a:pt x="220324" y="541175"/>
                  </a:lnTo>
                  <a:lnTo>
                    <a:pt x="220324" y="32657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E2A23B2-8191-95A4-9802-909004C4EE3E}"/>
              </a:ext>
            </a:extLst>
          </p:cNvPr>
          <p:cNvSpPr txBox="1"/>
          <p:nvPr/>
        </p:nvSpPr>
        <p:spPr>
          <a:xfrm>
            <a:off x="354836" y="4095193"/>
            <a:ext cx="3459480" cy="212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800" dirty="0">
                <a:latin typeface="Source Sans Pro" charset="0"/>
                <a:ea typeface="Source Sans Pro" charset="0"/>
                <a:cs typeface="Source Sans Pro" charset="0"/>
              </a:rPr>
              <a:t>В реализацию вошли следующие </a:t>
            </a: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шаги</a:t>
            </a:r>
            <a:r>
              <a:rPr lang="en-US" dirty="0">
                <a:latin typeface="Source Sans Pro" charset="0"/>
                <a:ea typeface="Source Sans Pro" charset="0"/>
                <a:cs typeface="Source Sans Pro" charset="0"/>
              </a:rPr>
              <a:t>:</a:t>
            </a:r>
            <a:br>
              <a:rPr lang="en-US" dirty="0">
                <a:latin typeface="Source Sans Pro" charset="0"/>
                <a:ea typeface="Source Sans Pro" charset="0"/>
                <a:cs typeface="Source Sans Pro" charset="0"/>
              </a:rPr>
            </a:b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Верстка,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latin typeface="Source Sans Pro" charset="0"/>
                <a:ea typeface="Source Sans Pro" charset="0"/>
                <a:cs typeface="Source Sans Pro" charset="0"/>
              </a:rPr>
              <a:t>Прор</a:t>
            </a: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аботка логики,</a:t>
            </a:r>
            <a:br>
              <a:rPr lang="ru-RU" dirty="0">
                <a:latin typeface="Source Sans Pro" charset="0"/>
                <a:ea typeface="Source Sans Pro" charset="0"/>
                <a:cs typeface="Source Sans Pro" charset="0"/>
              </a:rPr>
            </a:b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Подготовка файлов</a:t>
            </a:r>
            <a:endParaRPr lang="en-US" sz="1800" dirty="0">
              <a:latin typeface="Source Sans Pro" charset="0"/>
              <a:ea typeface="Source Sans Pro" charset="0"/>
              <a:cs typeface="Source Sans Pro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AE0401-0772-1D29-6BEB-4EFFBD91CED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0723" r="10723"/>
          <a:stretch>
            <a:fillRect/>
          </a:stretch>
        </p:blipFill>
        <p:spPr>
          <a:xfrm>
            <a:off x="5905931" y="0"/>
            <a:ext cx="5536769" cy="3962400"/>
          </a:xfrm>
        </p:spPr>
      </p:pic>
    </p:spTree>
    <p:extLst>
      <p:ext uri="{BB962C8B-B14F-4D97-AF65-F5344CB8AC3E}">
        <p14:creationId xmlns:p14="http://schemas.microsoft.com/office/powerpoint/2010/main" val="404494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733613" y="904013"/>
            <a:ext cx="1952779" cy="1424236"/>
            <a:chOff x="733613" y="904013"/>
            <a:chExt cx="1952779" cy="1424236"/>
          </a:xfrm>
        </p:grpSpPr>
        <p:sp>
          <p:nvSpPr>
            <p:cNvPr id="5" name="TextBox 4"/>
            <p:cNvSpPr txBox="1"/>
            <p:nvPr/>
          </p:nvSpPr>
          <p:spPr>
            <a:xfrm>
              <a:off x="733613" y="1615233"/>
              <a:ext cx="1952779" cy="713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ru-RU" sz="3000" b="1" dirty="0">
                  <a:latin typeface="Arial Black" panose="020B0A04020102020204" pitchFamily="34" charset="0"/>
                  <a:ea typeface="Poppins" charset="0"/>
                  <a:cs typeface="Poppins" charset="0"/>
                </a:rPr>
                <a:t>Верстка</a:t>
              </a:r>
              <a:endParaRPr lang="en-US" sz="3000" b="1" dirty="0">
                <a:latin typeface="Arial Black" panose="020B0A04020102020204" pitchFamily="34" charset="0"/>
                <a:ea typeface="Poppins" charset="0"/>
                <a:cs typeface="Poppins" charset="0"/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 rot="5400000">
              <a:off x="793591" y="904013"/>
              <a:ext cx="444817" cy="444817"/>
            </a:xfrm>
            <a:custGeom>
              <a:avLst/>
              <a:gdLst>
                <a:gd name="connsiteX0" fmla="*/ 0 w 541175"/>
                <a:gd name="connsiteY0" fmla="*/ 326570 h 541175"/>
                <a:gd name="connsiteX1" fmla="*/ 0 w 541175"/>
                <a:gd name="connsiteY1" fmla="*/ 214603 h 541175"/>
                <a:gd name="connsiteX2" fmla="*/ 220324 w 541175"/>
                <a:gd name="connsiteY2" fmla="*/ 214603 h 541175"/>
                <a:gd name="connsiteX3" fmla="*/ 220324 w 541175"/>
                <a:gd name="connsiteY3" fmla="*/ 0 h 541175"/>
                <a:gd name="connsiteX4" fmla="*/ 332291 w 541175"/>
                <a:gd name="connsiteY4" fmla="*/ 0 h 541175"/>
                <a:gd name="connsiteX5" fmla="*/ 332291 w 541175"/>
                <a:gd name="connsiteY5" fmla="*/ 214603 h 541175"/>
                <a:gd name="connsiteX6" fmla="*/ 541175 w 541175"/>
                <a:gd name="connsiteY6" fmla="*/ 214603 h 541175"/>
                <a:gd name="connsiteX7" fmla="*/ 541175 w 541175"/>
                <a:gd name="connsiteY7" fmla="*/ 326570 h 541175"/>
                <a:gd name="connsiteX8" fmla="*/ 332291 w 541175"/>
                <a:gd name="connsiteY8" fmla="*/ 326570 h 541175"/>
                <a:gd name="connsiteX9" fmla="*/ 332291 w 541175"/>
                <a:gd name="connsiteY9" fmla="*/ 541175 h 541175"/>
                <a:gd name="connsiteX10" fmla="*/ 220324 w 541175"/>
                <a:gd name="connsiteY10" fmla="*/ 541175 h 541175"/>
                <a:gd name="connsiteX11" fmla="*/ 220324 w 541175"/>
                <a:gd name="connsiteY11" fmla="*/ 326570 h 54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1175" h="541175">
                  <a:moveTo>
                    <a:pt x="0" y="326570"/>
                  </a:moveTo>
                  <a:lnTo>
                    <a:pt x="0" y="214603"/>
                  </a:lnTo>
                  <a:lnTo>
                    <a:pt x="220324" y="214603"/>
                  </a:lnTo>
                  <a:lnTo>
                    <a:pt x="220324" y="0"/>
                  </a:lnTo>
                  <a:lnTo>
                    <a:pt x="332291" y="0"/>
                  </a:lnTo>
                  <a:lnTo>
                    <a:pt x="332291" y="214603"/>
                  </a:lnTo>
                  <a:lnTo>
                    <a:pt x="541175" y="214603"/>
                  </a:lnTo>
                  <a:lnTo>
                    <a:pt x="541175" y="326570"/>
                  </a:lnTo>
                  <a:lnTo>
                    <a:pt x="332291" y="326570"/>
                  </a:lnTo>
                  <a:lnTo>
                    <a:pt x="332291" y="541175"/>
                  </a:lnTo>
                  <a:lnTo>
                    <a:pt x="220324" y="541175"/>
                  </a:lnTo>
                  <a:lnTo>
                    <a:pt x="220324" y="32657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FA1A5D5-0681-BA62-A84E-CE2015051A08}"/>
              </a:ext>
            </a:extLst>
          </p:cNvPr>
          <p:cNvSpPr txBox="1"/>
          <p:nvPr/>
        </p:nvSpPr>
        <p:spPr>
          <a:xfrm>
            <a:off x="1238408" y="4806194"/>
            <a:ext cx="6097554" cy="1295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Верстка</a:t>
            </a:r>
            <a:r>
              <a:rPr lang="en-US" dirty="0">
                <a:latin typeface="Source Sans Pro" charset="0"/>
                <a:ea typeface="Source Sans Pro" charset="0"/>
                <a:cs typeface="Source Sans Pro" charset="0"/>
              </a:rPr>
              <a:t>:</a:t>
            </a:r>
            <a:br>
              <a:rPr lang="en-US" dirty="0">
                <a:latin typeface="Source Sans Pro" charset="0"/>
                <a:ea typeface="Source Sans Pro" charset="0"/>
                <a:cs typeface="Source Sans Pro" charset="0"/>
              </a:rPr>
            </a:b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По макетам в </a:t>
            </a:r>
            <a:r>
              <a:rPr lang="en-US" dirty="0">
                <a:latin typeface="Source Sans Pro" charset="0"/>
                <a:ea typeface="Source Sans Pro" charset="0"/>
                <a:cs typeface="Source Sans Pro" charset="0"/>
              </a:rPr>
              <a:t>Figma</a:t>
            </a: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, в </a:t>
            </a:r>
            <a:r>
              <a:rPr lang="en-US" dirty="0" err="1">
                <a:latin typeface="Source Sans Pro" charset="0"/>
                <a:ea typeface="Source Sans Pro" charset="0"/>
                <a:cs typeface="Source Sans Pro" charset="0"/>
              </a:rPr>
              <a:t>Andorid</a:t>
            </a:r>
            <a:r>
              <a:rPr lang="en-US" dirty="0">
                <a:latin typeface="Source Sans Pro" charset="0"/>
                <a:ea typeface="Source Sans Pro" charset="0"/>
                <a:cs typeface="Source Sans Pro" charset="0"/>
              </a:rPr>
              <a:t> Studio </a:t>
            </a:r>
            <a:r>
              <a:rPr lang="ru-RU" dirty="0">
                <a:latin typeface="Source Sans Pro" charset="0"/>
                <a:ea typeface="Source Sans Pro" charset="0"/>
                <a:cs typeface="Source Sans Pro" charset="0"/>
              </a:rPr>
              <a:t>были сверстаны 3 экрана</a:t>
            </a:r>
            <a:endParaRPr lang="en-US" sz="1800" dirty="0">
              <a:latin typeface="Source Sans Pro" charset="0"/>
              <a:ea typeface="Source Sans Pro" charset="0"/>
              <a:cs typeface="Source Sans Pro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C020249-F731-90A9-9D0B-51EB918E3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337" y="299487"/>
            <a:ext cx="1846882" cy="392422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CECEA64-DC17-8A41-DC8A-152C9C0A8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480" y="299487"/>
            <a:ext cx="1867177" cy="392422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85308E-F086-6A69-841D-D1CDCEC94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918" y="299487"/>
            <a:ext cx="1846882" cy="392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55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096000" y="4223766"/>
            <a:ext cx="4867038" cy="1424236"/>
            <a:chOff x="733613" y="904013"/>
            <a:chExt cx="4867038" cy="1424236"/>
          </a:xfrm>
        </p:grpSpPr>
        <p:sp>
          <p:nvSpPr>
            <p:cNvPr id="3" name="TextBox 2"/>
            <p:cNvSpPr txBox="1"/>
            <p:nvPr/>
          </p:nvSpPr>
          <p:spPr>
            <a:xfrm>
              <a:off x="733613" y="1615233"/>
              <a:ext cx="4867038" cy="713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ru-RU" sz="3000" b="1" dirty="0">
                  <a:latin typeface="Arial Black" panose="020B0A04020102020204" pitchFamily="34" charset="0"/>
                  <a:ea typeface="Poppins" charset="0"/>
                  <a:cs typeface="Poppins" charset="0"/>
                </a:rPr>
                <a:t>Проработка логики</a:t>
              </a:r>
              <a:endParaRPr lang="en-US" sz="3000" b="1" dirty="0">
                <a:latin typeface="Arial Black" panose="020B0A04020102020204" pitchFamily="34" charset="0"/>
                <a:ea typeface="Poppins" charset="0"/>
                <a:cs typeface="Poppins" charset="0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 rot="5400000">
              <a:off x="793591" y="904013"/>
              <a:ext cx="444817" cy="444817"/>
            </a:xfrm>
            <a:custGeom>
              <a:avLst/>
              <a:gdLst>
                <a:gd name="connsiteX0" fmla="*/ 0 w 541175"/>
                <a:gd name="connsiteY0" fmla="*/ 326570 h 541175"/>
                <a:gd name="connsiteX1" fmla="*/ 0 w 541175"/>
                <a:gd name="connsiteY1" fmla="*/ 214603 h 541175"/>
                <a:gd name="connsiteX2" fmla="*/ 220324 w 541175"/>
                <a:gd name="connsiteY2" fmla="*/ 214603 h 541175"/>
                <a:gd name="connsiteX3" fmla="*/ 220324 w 541175"/>
                <a:gd name="connsiteY3" fmla="*/ 0 h 541175"/>
                <a:gd name="connsiteX4" fmla="*/ 332291 w 541175"/>
                <a:gd name="connsiteY4" fmla="*/ 0 h 541175"/>
                <a:gd name="connsiteX5" fmla="*/ 332291 w 541175"/>
                <a:gd name="connsiteY5" fmla="*/ 214603 h 541175"/>
                <a:gd name="connsiteX6" fmla="*/ 541175 w 541175"/>
                <a:gd name="connsiteY6" fmla="*/ 214603 h 541175"/>
                <a:gd name="connsiteX7" fmla="*/ 541175 w 541175"/>
                <a:gd name="connsiteY7" fmla="*/ 326570 h 541175"/>
                <a:gd name="connsiteX8" fmla="*/ 332291 w 541175"/>
                <a:gd name="connsiteY8" fmla="*/ 326570 h 541175"/>
                <a:gd name="connsiteX9" fmla="*/ 332291 w 541175"/>
                <a:gd name="connsiteY9" fmla="*/ 541175 h 541175"/>
                <a:gd name="connsiteX10" fmla="*/ 220324 w 541175"/>
                <a:gd name="connsiteY10" fmla="*/ 541175 h 541175"/>
                <a:gd name="connsiteX11" fmla="*/ 220324 w 541175"/>
                <a:gd name="connsiteY11" fmla="*/ 326570 h 54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1175" h="541175">
                  <a:moveTo>
                    <a:pt x="0" y="326570"/>
                  </a:moveTo>
                  <a:lnTo>
                    <a:pt x="0" y="214603"/>
                  </a:lnTo>
                  <a:lnTo>
                    <a:pt x="220324" y="214603"/>
                  </a:lnTo>
                  <a:lnTo>
                    <a:pt x="220324" y="0"/>
                  </a:lnTo>
                  <a:lnTo>
                    <a:pt x="332291" y="0"/>
                  </a:lnTo>
                  <a:lnTo>
                    <a:pt x="332291" y="214603"/>
                  </a:lnTo>
                  <a:lnTo>
                    <a:pt x="541175" y="214603"/>
                  </a:lnTo>
                  <a:lnTo>
                    <a:pt x="541175" y="326570"/>
                  </a:lnTo>
                  <a:lnTo>
                    <a:pt x="332291" y="326570"/>
                  </a:lnTo>
                  <a:lnTo>
                    <a:pt x="332291" y="541175"/>
                  </a:lnTo>
                  <a:lnTo>
                    <a:pt x="220324" y="541175"/>
                  </a:lnTo>
                  <a:lnTo>
                    <a:pt x="220324" y="32657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64417" y="1119674"/>
            <a:ext cx="4367420" cy="4593573"/>
            <a:chOff x="689772" y="1642188"/>
            <a:chExt cx="4367420" cy="4593573"/>
          </a:xfrm>
        </p:grpSpPr>
        <p:sp>
          <p:nvSpPr>
            <p:cNvPr id="5" name="TextBox 4"/>
            <p:cNvSpPr txBox="1"/>
            <p:nvPr/>
          </p:nvSpPr>
          <p:spPr>
            <a:xfrm>
              <a:off x="689772" y="2084047"/>
              <a:ext cx="4367420" cy="4151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1400" dirty="0">
                  <a:latin typeface="Source Sans Pro" charset="0"/>
                  <a:ea typeface="Source Sans Pro" charset="0"/>
                  <a:cs typeface="Source Sans Pro" charset="0"/>
                </a:rPr>
                <a:t>-  </a:t>
              </a:r>
              <a:r>
                <a:rPr lang="ru-RU" sz="1400" dirty="0">
                  <a:latin typeface="Source Sans Pro" charset="0"/>
                  <a:ea typeface="Source Sans Pro" charset="0"/>
                  <a:cs typeface="Source Sans Pro" charset="0"/>
                </a:rPr>
                <a:t>Выборка данных</a:t>
              </a:r>
              <a:r>
                <a:rPr lang="en-US" sz="1400" dirty="0">
                  <a:latin typeface="Source Sans Pro" charset="0"/>
                  <a:ea typeface="Source Sans Pro" charset="0"/>
                  <a:cs typeface="Source Sans Pro" charset="0"/>
                </a:rPr>
                <a:t>: </a:t>
              </a:r>
              <a:r>
                <a:rPr lang="ru-RU" sz="1400" dirty="0">
                  <a:latin typeface="Source Sans Pro" charset="0"/>
                  <a:ea typeface="Source Sans Pro" charset="0"/>
                  <a:cs typeface="Source Sans Pro" charset="0"/>
                </a:rPr>
                <a:t>Срок и сумма</a:t>
              </a:r>
            </a:p>
            <a:p>
              <a:r>
                <a:rPr lang="en-US" sz="1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-  </a:t>
              </a:r>
              <a:r>
                <a:rPr lang="ru-RU" sz="1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Ежемесячный платёж рассчитывается по формуле и выдается в</a:t>
              </a:r>
            </a:p>
            <a:p>
              <a:r>
                <a:rPr lang="ru-RU" sz="140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тыс.рублей</a:t>
              </a:r>
              <a:r>
                <a:rPr lang="ru-RU" sz="1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:</a:t>
              </a:r>
            </a:p>
            <a:p>
              <a:r>
                <a:rPr lang="ru-RU" sz="1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а) Если срок кредита до 1 года результат s1 = сумма кредита/срок</a:t>
              </a:r>
            </a:p>
            <a:p>
              <a:r>
                <a:rPr lang="ru-RU" sz="1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кредита в месяцах +сумма кредита*5,9%</a:t>
              </a:r>
            </a:p>
            <a:p>
              <a:r>
                <a:rPr lang="ru-RU" sz="1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б) Если срок кредита больше 1 года результат = s1 (до 1 года) и сумма</a:t>
              </a:r>
            </a:p>
            <a:p>
              <a:r>
                <a:rPr lang="ru-RU" sz="1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кредита/срок кредита в месяцах +(сумма кредита-выплаченная сумма за 12</a:t>
              </a:r>
            </a:p>
            <a:p>
              <a:r>
                <a:rPr lang="ru-RU" sz="1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месяцев)*5,1%;</a:t>
              </a:r>
            </a:p>
            <a:p>
              <a:r>
                <a:rPr lang="ru-RU" sz="1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в) Если срок кредита больше 2 лет результат = s1 (до 1 года) и сумма</a:t>
              </a:r>
            </a:p>
            <a:p>
              <a:r>
                <a:rPr lang="ru-RU" sz="1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кредита/срок кредита в месяцах +(сумма кредита-выплаченная сумма за n</a:t>
              </a:r>
            </a:p>
            <a:p>
              <a:r>
                <a:rPr lang="ru-RU" sz="1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месяцев)*4,2%;</a:t>
              </a:r>
            </a:p>
            <a:p>
              <a:pPr marL="285750" indent="-285750" algn="just">
                <a:lnSpc>
                  <a:spcPct val="150000"/>
                </a:lnSpc>
                <a:buFontTx/>
                <a:buChar char="-"/>
              </a:pPr>
              <a:endParaRPr lang="en-US" sz="1400" dirty="0">
                <a:latin typeface="Source Sans Pro" charset="0"/>
                <a:ea typeface="Source Sans Pro" charset="0"/>
                <a:cs typeface="Source Sans Pro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9772" y="1642188"/>
              <a:ext cx="1000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latin typeface="Playfair Display" charset="0"/>
                  <a:ea typeface="Playfair Display" charset="0"/>
                  <a:cs typeface="Playfair Display" charset="0"/>
                </a:rPr>
                <a:t>Логика</a:t>
              </a:r>
              <a:endParaRPr lang="en-US" b="1" dirty="0">
                <a:latin typeface="Playfair Display" charset="0"/>
                <a:ea typeface="Playfair Display" charset="0"/>
                <a:cs typeface="Playfair Display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1617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801739" y="4683967"/>
            <a:ext cx="4633000" cy="1890012"/>
            <a:chOff x="689772" y="1642188"/>
            <a:chExt cx="4633000" cy="1890012"/>
          </a:xfrm>
        </p:grpSpPr>
        <p:sp>
          <p:nvSpPr>
            <p:cNvPr id="4" name="TextBox 3"/>
            <p:cNvSpPr txBox="1"/>
            <p:nvPr/>
          </p:nvSpPr>
          <p:spPr>
            <a:xfrm>
              <a:off x="689772" y="2084047"/>
              <a:ext cx="4367420" cy="14481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just">
                <a:lnSpc>
                  <a:spcPct val="150000"/>
                </a:lnSpc>
                <a:buFontTx/>
                <a:buChar char="-"/>
              </a:pPr>
              <a:r>
                <a:rPr lang="ru-RU" sz="1200" dirty="0">
                  <a:latin typeface="Source Sans Pro" charset="0"/>
                  <a:ea typeface="Source Sans Pro" charset="0"/>
                  <a:cs typeface="Source Sans Pro" charset="0"/>
                </a:rPr>
                <a:t>Работа с реальными проектами</a:t>
              </a:r>
            </a:p>
            <a:p>
              <a:pPr marL="171450" indent="-171450" algn="just">
                <a:lnSpc>
                  <a:spcPct val="150000"/>
                </a:lnSpc>
                <a:buFontTx/>
                <a:buChar char="-"/>
              </a:pPr>
              <a:r>
                <a:rPr lang="ru-RU" sz="1200" dirty="0">
                  <a:latin typeface="Source Sans Pro" charset="0"/>
                  <a:ea typeface="Source Sans Pro" charset="0"/>
                  <a:cs typeface="Source Sans Pro" charset="0"/>
                </a:rPr>
                <a:t>Архитектура</a:t>
              </a:r>
            </a:p>
            <a:p>
              <a:pPr marL="171450" indent="-171450" algn="just">
                <a:lnSpc>
                  <a:spcPct val="150000"/>
                </a:lnSpc>
                <a:buFontTx/>
                <a:buChar char="-"/>
              </a:pPr>
              <a:r>
                <a:rPr lang="ru-RU" sz="1200" dirty="0">
                  <a:latin typeface="Source Sans Pro" charset="0"/>
                  <a:ea typeface="Source Sans Pro" charset="0"/>
                  <a:cs typeface="Source Sans Pro" charset="0"/>
                </a:rPr>
                <a:t>Навыки командной работы</a:t>
              </a:r>
            </a:p>
            <a:p>
              <a:pPr marL="171450" indent="-171450" algn="just">
                <a:lnSpc>
                  <a:spcPct val="150000"/>
                </a:lnSpc>
                <a:buFontTx/>
                <a:buChar char="-"/>
              </a:pPr>
              <a:r>
                <a:rPr lang="en-US" sz="1200" dirty="0">
                  <a:latin typeface="Source Sans Pro" charset="0"/>
                  <a:ea typeface="Source Sans Pro" charset="0"/>
                  <a:cs typeface="Source Sans Pro" charset="0"/>
                </a:rPr>
                <a:t>DevOps</a:t>
              </a:r>
            </a:p>
            <a:p>
              <a:pPr marL="171450" indent="-171450" algn="just">
                <a:lnSpc>
                  <a:spcPct val="150000"/>
                </a:lnSpc>
                <a:buFontTx/>
                <a:buChar char="-"/>
              </a:pPr>
              <a:r>
                <a:rPr lang="ru-RU" sz="1200" dirty="0">
                  <a:latin typeface="Source Sans Pro" charset="0"/>
                  <a:ea typeface="Source Sans Pro" charset="0"/>
                  <a:cs typeface="Source Sans Pro" charset="0"/>
                </a:rPr>
                <a:t>Тестирование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9772" y="1642188"/>
              <a:ext cx="4633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latin typeface="Playfair Display" charset="0"/>
                  <a:ea typeface="Playfair Display" charset="0"/>
                  <a:cs typeface="Playfair Display" charset="0"/>
                </a:rPr>
                <a:t>Траектория развития внутри команды</a:t>
              </a:r>
              <a:endParaRPr lang="en-US" b="1" dirty="0">
                <a:latin typeface="Playfair Display" charset="0"/>
                <a:ea typeface="Playfair Display" charset="0"/>
                <a:cs typeface="Playfair Display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268547" y="597677"/>
            <a:ext cx="3493264" cy="1424236"/>
            <a:chOff x="733613" y="904013"/>
            <a:chExt cx="3493264" cy="1424236"/>
          </a:xfrm>
        </p:grpSpPr>
        <p:sp>
          <p:nvSpPr>
            <p:cNvPr id="7" name="TextBox 6"/>
            <p:cNvSpPr txBox="1"/>
            <p:nvPr/>
          </p:nvSpPr>
          <p:spPr>
            <a:xfrm>
              <a:off x="733613" y="1615233"/>
              <a:ext cx="3493264" cy="713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ru-RU" sz="3000" b="1" dirty="0">
                  <a:latin typeface="Arial Black" panose="020B0A04020102020204" pitchFamily="34" charset="0"/>
                  <a:ea typeface="Poppins" charset="0"/>
                  <a:cs typeface="Poppins" charset="0"/>
                </a:rPr>
                <a:t>Схема классов</a:t>
              </a:r>
              <a:endParaRPr lang="en-US" sz="3000" b="1" dirty="0">
                <a:latin typeface="Arial Black" panose="020B0A04020102020204" pitchFamily="34" charset="0"/>
                <a:ea typeface="Poppins" charset="0"/>
                <a:cs typeface="Poppins" charset="0"/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 rot="5400000">
              <a:off x="793591" y="904013"/>
              <a:ext cx="444817" cy="444817"/>
            </a:xfrm>
            <a:custGeom>
              <a:avLst/>
              <a:gdLst>
                <a:gd name="connsiteX0" fmla="*/ 0 w 541175"/>
                <a:gd name="connsiteY0" fmla="*/ 326570 h 541175"/>
                <a:gd name="connsiteX1" fmla="*/ 0 w 541175"/>
                <a:gd name="connsiteY1" fmla="*/ 214603 h 541175"/>
                <a:gd name="connsiteX2" fmla="*/ 220324 w 541175"/>
                <a:gd name="connsiteY2" fmla="*/ 214603 h 541175"/>
                <a:gd name="connsiteX3" fmla="*/ 220324 w 541175"/>
                <a:gd name="connsiteY3" fmla="*/ 0 h 541175"/>
                <a:gd name="connsiteX4" fmla="*/ 332291 w 541175"/>
                <a:gd name="connsiteY4" fmla="*/ 0 h 541175"/>
                <a:gd name="connsiteX5" fmla="*/ 332291 w 541175"/>
                <a:gd name="connsiteY5" fmla="*/ 214603 h 541175"/>
                <a:gd name="connsiteX6" fmla="*/ 541175 w 541175"/>
                <a:gd name="connsiteY6" fmla="*/ 214603 h 541175"/>
                <a:gd name="connsiteX7" fmla="*/ 541175 w 541175"/>
                <a:gd name="connsiteY7" fmla="*/ 326570 h 541175"/>
                <a:gd name="connsiteX8" fmla="*/ 332291 w 541175"/>
                <a:gd name="connsiteY8" fmla="*/ 326570 h 541175"/>
                <a:gd name="connsiteX9" fmla="*/ 332291 w 541175"/>
                <a:gd name="connsiteY9" fmla="*/ 541175 h 541175"/>
                <a:gd name="connsiteX10" fmla="*/ 220324 w 541175"/>
                <a:gd name="connsiteY10" fmla="*/ 541175 h 541175"/>
                <a:gd name="connsiteX11" fmla="*/ 220324 w 541175"/>
                <a:gd name="connsiteY11" fmla="*/ 326570 h 54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1175" h="541175">
                  <a:moveTo>
                    <a:pt x="0" y="326570"/>
                  </a:moveTo>
                  <a:lnTo>
                    <a:pt x="0" y="214603"/>
                  </a:lnTo>
                  <a:lnTo>
                    <a:pt x="220324" y="214603"/>
                  </a:lnTo>
                  <a:lnTo>
                    <a:pt x="220324" y="0"/>
                  </a:lnTo>
                  <a:lnTo>
                    <a:pt x="332291" y="0"/>
                  </a:lnTo>
                  <a:lnTo>
                    <a:pt x="332291" y="214603"/>
                  </a:lnTo>
                  <a:lnTo>
                    <a:pt x="541175" y="214603"/>
                  </a:lnTo>
                  <a:lnTo>
                    <a:pt x="541175" y="326570"/>
                  </a:lnTo>
                  <a:lnTo>
                    <a:pt x="332291" y="326570"/>
                  </a:lnTo>
                  <a:lnTo>
                    <a:pt x="332291" y="541175"/>
                  </a:lnTo>
                  <a:lnTo>
                    <a:pt x="220324" y="541175"/>
                  </a:lnTo>
                  <a:lnTo>
                    <a:pt x="220324" y="32657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F2FE9F5-02F5-2A16-03FE-2027E9EF7CB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73" r="373"/>
          <a:stretch/>
        </p:blipFill>
        <p:spPr>
          <a:xfrm>
            <a:off x="180910" y="139700"/>
            <a:ext cx="5156200" cy="6578600"/>
          </a:xfrm>
          <a:custGeom>
            <a:avLst/>
            <a:gdLst>
              <a:gd name="connsiteX0" fmla="*/ 0 w 5156718"/>
              <a:gd name="connsiteY0" fmla="*/ 0 h 3191587"/>
              <a:gd name="connsiteX1" fmla="*/ 5156718 w 5156718"/>
              <a:gd name="connsiteY1" fmla="*/ 0 h 3191587"/>
              <a:gd name="connsiteX2" fmla="*/ 5156718 w 5156718"/>
              <a:gd name="connsiteY2" fmla="*/ 3191587 h 3191587"/>
              <a:gd name="connsiteX3" fmla="*/ 0 w 5156718"/>
              <a:gd name="connsiteY3" fmla="*/ 3191587 h 3191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6718" h="3191587">
                <a:moveTo>
                  <a:pt x="0" y="0"/>
                </a:moveTo>
                <a:lnTo>
                  <a:pt x="5156718" y="0"/>
                </a:lnTo>
                <a:lnTo>
                  <a:pt x="5156718" y="3191587"/>
                </a:lnTo>
                <a:lnTo>
                  <a:pt x="0" y="3191587"/>
                </a:lnTo>
                <a:close/>
              </a:path>
            </a:pathLst>
          </a:custGeom>
          <a:pattFill prst="divot">
            <a:fgClr>
              <a:srgbClr val="FF0000"/>
            </a:fgClr>
            <a:bgClr>
              <a:prstClr val="white"/>
            </a:bgClr>
          </a:pattFill>
        </p:spPr>
      </p:pic>
    </p:spTree>
    <p:extLst>
      <p:ext uri="{BB962C8B-B14F-4D97-AF65-F5344CB8AC3E}">
        <p14:creationId xmlns:p14="http://schemas.microsoft.com/office/powerpoint/2010/main" val="423026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7016620" y="761739"/>
            <a:ext cx="4758034" cy="1251890"/>
            <a:chOff x="733613" y="904013"/>
            <a:chExt cx="4758034" cy="986330"/>
          </a:xfrm>
        </p:grpSpPr>
        <p:sp>
          <p:nvSpPr>
            <p:cNvPr id="4" name="TextBox 3"/>
            <p:cNvSpPr txBox="1"/>
            <p:nvPr/>
          </p:nvSpPr>
          <p:spPr>
            <a:xfrm>
              <a:off x="733613" y="1328577"/>
              <a:ext cx="4758034" cy="561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ru-RU" sz="3000" b="1" dirty="0">
                  <a:latin typeface="Arial Black" panose="020B0A04020102020204" pitchFamily="34" charset="0"/>
                  <a:ea typeface="Poppins" charset="0"/>
                  <a:cs typeface="Poppins" charset="0"/>
                </a:rPr>
                <a:t>Производительность</a:t>
              </a:r>
              <a:endParaRPr lang="en-US" sz="3000" b="1" dirty="0">
                <a:latin typeface="Arial Black" panose="020B0A04020102020204" pitchFamily="34" charset="0"/>
                <a:ea typeface="Poppins" charset="0"/>
                <a:cs typeface="Poppins" charset="0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 rot="5400000">
              <a:off x="834563" y="863041"/>
              <a:ext cx="362874" cy="444817"/>
            </a:xfrm>
            <a:custGeom>
              <a:avLst/>
              <a:gdLst>
                <a:gd name="connsiteX0" fmla="*/ 0 w 541175"/>
                <a:gd name="connsiteY0" fmla="*/ 326570 h 541175"/>
                <a:gd name="connsiteX1" fmla="*/ 0 w 541175"/>
                <a:gd name="connsiteY1" fmla="*/ 214603 h 541175"/>
                <a:gd name="connsiteX2" fmla="*/ 220324 w 541175"/>
                <a:gd name="connsiteY2" fmla="*/ 214603 h 541175"/>
                <a:gd name="connsiteX3" fmla="*/ 220324 w 541175"/>
                <a:gd name="connsiteY3" fmla="*/ 0 h 541175"/>
                <a:gd name="connsiteX4" fmla="*/ 332291 w 541175"/>
                <a:gd name="connsiteY4" fmla="*/ 0 h 541175"/>
                <a:gd name="connsiteX5" fmla="*/ 332291 w 541175"/>
                <a:gd name="connsiteY5" fmla="*/ 214603 h 541175"/>
                <a:gd name="connsiteX6" fmla="*/ 541175 w 541175"/>
                <a:gd name="connsiteY6" fmla="*/ 214603 h 541175"/>
                <a:gd name="connsiteX7" fmla="*/ 541175 w 541175"/>
                <a:gd name="connsiteY7" fmla="*/ 326570 h 541175"/>
                <a:gd name="connsiteX8" fmla="*/ 332291 w 541175"/>
                <a:gd name="connsiteY8" fmla="*/ 326570 h 541175"/>
                <a:gd name="connsiteX9" fmla="*/ 332291 w 541175"/>
                <a:gd name="connsiteY9" fmla="*/ 541175 h 541175"/>
                <a:gd name="connsiteX10" fmla="*/ 220324 w 541175"/>
                <a:gd name="connsiteY10" fmla="*/ 541175 h 541175"/>
                <a:gd name="connsiteX11" fmla="*/ 220324 w 541175"/>
                <a:gd name="connsiteY11" fmla="*/ 326570 h 54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1175" h="541175">
                  <a:moveTo>
                    <a:pt x="0" y="326570"/>
                  </a:moveTo>
                  <a:lnTo>
                    <a:pt x="0" y="214603"/>
                  </a:lnTo>
                  <a:lnTo>
                    <a:pt x="220324" y="214603"/>
                  </a:lnTo>
                  <a:lnTo>
                    <a:pt x="220324" y="0"/>
                  </a:lnTo>
                  <a:lnTo>
                    <a:pt x="332291" y="0"/>
                  </a:lnTo>
                  <a:lnTo>
                    <a:pt x="332291" y="214603"/>
                  </a:lnTo>
                  <a:lnTo>
                    <a:pt x="541175" y="214603"/>
                  </a:lnTo>
                  <a:lnTo>
                    <a:pt x="541175" y="326570"/>
                  </a:lnTo>
                  <a:lnTo>
                    <a:pt x="332291" y="326570"/>
                  </a:lnTo>
                  <a:lnTo>
                    <a:pt x="332291" y="541175"/>
                  </a:lnTo>
                  <a:lnTo>
                    <a:pt x="220324" y="541175"/>
                  </a:lnTo>
                  <a:lnTo>
                    <a:pt x="220324" y="3265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72B9DD9-5611-C07D-B052-46A854F10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62" y="3221730"/>
            <a:ext cx="10911676" cy="324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7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37593" y="3801187"/>
            <a:ext cx="3534942" cy="2116733"/>
            <a:chOff x="733613" y="904013"/>
            <a:chExt cx="3534942" cy="2116733"/>
          </a:xfrm>
        </p:grpSpPr>
        <p:sp>
          <p:nvSpPr>
            <p:cNvPr id="5" name="TextBox 4"/>
            <p:cNvSpPr txBox="1"/>
            <p:nvPr/>
          </p:nvSpPr>
          <p:spPr>
            <a:xfrm>
              <a:off x="733613" y="1615233"/>
              <a:ext cx="3534942" cy="1405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ru-RU" sz="3000" b="1" dirty="0">
                  <a:latin typeface="Arial Black" panose="020B0A04020102020204" pitchFamily="34" charset="0"/>
                  <a:ea typeface="Poppins" charset="0"/>
                  <a:cs typeface="Poppins" charset="0"/>
                </a:rPr>
                <a:t>Архитектурные</a:t>
              </a:r>
              <a:br>
                <a:rPr lang="ru-RU" sz="3000" b="1" dirty="0">
                  <a:latin typeface="Arial Black" panose="020B0A04020102020204" pitchFamily="34" charset="0"/>
                  <a:ea typeface="Poppins" charset="0"/>
                  <a:cs typeface="Poppins" charset="0"/>
                </a:rPr>
              </a:br>
              <a:r>
                <a:rPr lang="ru-RU" sz="3000" b="1" dirty="0">
                  <a:latin typeface="Arial Black" panose="020B0A04020102020204" pitchFamily="34" charset="0"/>
                  <a:ea typeface="Poppins" charset="0"/>
                  <a:cs typeface="Poppins" charset="0"/>
                </a:rPr>
                <a:t>решения</a:t>
              </a:r>
            </a:p>
          </p:txBody>
        </p:sp>
        <p:sp>
          <p:nvSpPr>
            <p:cNvPr id="6" name="Freeform 5"/>
            <p:cNvSpPr/>
            <p:nvPr/>
          </p:nvSpPr>
          <p:spPr>
            <a:xfrm rot="5400000">
              <a:off x="793591" y="904013"/>
              <a:ext cx="444817" cy="444817"/>
            </a:xfrm>
            <a:custGeom>
              <a:avLst/>
              <a:gdLst>
                <a:gd name="connsiteX0" fmla="*/ 0 w 541175"/>
                <a:gd name="connsiteY0" fmla="*/ 326570 h 541175"/>
                <a:gd name="connsiteX1" fmla="*/ 0 w 541175"/>
                <a:gd name="connsiteY1" fmla="*/ 214603 h 541175"/>
                <a:gd name="connsiteX2" fmla="*/ 220324 w 541175"/>
                <a:gd name="connsiteY2" fmla="*/ 214603 h 541175"/>
                <a:gd name="connsiteX3" fmla="*/ 220324 w 541175"/>
                <a:gd name="connsiteY3" fmla="*/ 0 h 541175"/>
                <a:gd name="connsiteX4" fmla="*/ 332291 w 541175"/>
                <a:gd name="connsiteY4" fmla="*/ 0 h 541175"/>
                <a:gd name="connsiteX5" fmla="*/ 332291 w 541175"/>
                <a:gd name="connsiteY5" fmla="*/ 214603 h 541175"/>
                <a:gd name="connsiteX6" fmla="*/ 541175 w 541175"/>
                <a:gd name="connsiteY6" fmla="*/ 214603 h 541175"/>
                <a:gd name="connsiteX7" fmla="*/ 541175 w 541175"/>
                <a:gd name="connsiteY7" fmla="*/ 326570 h 541175"/>
                <a:gd name="connsiteX8" fmla="*/ 332291 w 541175"/>
                <a:gd name="connsiteY8" fmla="*/ 326570 h 541175"/>
                <a:gd name="connsiteX9" fmla="*/ 332291 w 541175"/>
                <a:gd name="connsiteY9" fmla="*/ 541175 h 541175"/>
                <a:gd name="connsiteX10" fmla="*/ 220324 w 541175"/>
                <a:gd name="connsiteY10" fmla="*/ 541175 h 541175"/>
                <a:gd name="connsiteX11" fmla="*/ 220324 w 541175"/>
                <a:gd name="connsiteY11" fmla="*/ 326570 h 54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1175" h="541175">
                  <a:moveTo>
                    <a:pt x="0" y="326570"/>
                  </a:moveTo>
                  <a:lnTo>
                    <a:pt x="0" y="214603"/>
                  </a:lnTo>
                  <a:lnTo>
                    <a:pt x="220324" y="214603"/>
                  </a:lnTo>
                  <a:lnTo>
                    <a:pt x="220324" y="0"/>
                  </a:lnTo>
                  <a:lnTo>
                    <a:pt x="332291" y="0"/>
                  </a:lnTo>
                  <a:lnTo>
                    <a:pt x="332291" y="214603"/>
                  </a:lnTo>
                  <a:lnTo>
                    <a:pt x="541175" y="214603"/>
                  </a:lnTo>
                  <a:lnTo>
                    <a:pt x="541175" y="326570"/>
                  </a:lnTo>
                  <a:lnTo>
                    <a:pt x="332291" y="326570"/>
                  </a:lnTo>
                  <a:lnTo>
                    <a:pt x="332291" y="541175"/>
                  </a:lnTo>
                  <a:lnTo>
                    <a:pt x="220324" y="541175"/>
                  </a:lnTo>
                  <a:lnTo>
                    <a:pt x="220324" y="32657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795518" y="1024056"/>
            <a:ext cx="5300482" cy="87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Tx/>
              <a:buChar char="-"/>
            </a:pPr>
            <a:r>
              <a:rPr lang="en-US" dirty="0">
                <a:latin typeface="Source Sans Pro" charset="0"/>
                <a:ea typeface="Source Sans Pro" charset="0"/>
                <a:cs typeface="Source Sans Pro" charset="0"/>
              </a:rPr>
              <a:t>Kotlin</a:t>
            </a:r>
          </a:p>
          <a:p>
            <a:pPr marL="171450" indent="-171450" algn="just">
              <a:lnSpc>
                <a:spcPct val="150000"/>
              </a:lnSpc>
              <a:buFontTx/>
              <a:buChar char="-"/>
            </a:pPr>
            <a:r>
              <a:rPr lang="en-US" dirty="0">
                <a:latin typeface="Source Sans Pro" charset="0"/>
                <a:ea typeface="Source Sans Pro" charset="0"/>
                <a:cs typeface="Source Sans Pro" charset="0"/>
              </a:rPr>
              <a:t>Android Studio</a:t>
            </a:r>
          </a:p>
        </p:txBody>
      </p:sp>
      <p:pic>
        <p:nvPicPr>
          <p:cNvPr id="2050" name="Picture 2" descr="Your first program in Kotlin">
            <a:extLst>
              <a:ext uri="{FF2B5EF4-FFF2-40B4-BE49-F238E27FC236}">
                <a16:creationId xmlns:a16="http://schemas.microsoft.com/office/drawing/2014/main" id="{EE41D895-E2C7-4CBE-2865-5FC5718A4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632" y="4286475"/>
            <a:ext cx="5429250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Приложения в Google Play – Learn Android Studio &amp; Java">
            <a:extLst>
              <a:ext uri="{FF2B5EF4-FFF2-40B4-BE49-F238E27FC236}">
                <a16:creationId xmlns:a16="http://schemas.microsoft.com/office/drawing/2014/main" id="{85E5F0DA-EF00-47C3-B324-2786FC20E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675" y="196782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274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05544" y="610896"/>
            <a:ext cx="2784737" cy="1424236"/>
            <a:chOff x="733613" y="904013"/>
            <a:chExt cx="2784737" cy="1424236"/>
          </a:xfrm>
        </p:grpSpPr>
        <p:sp>
          <p:nvSpPr>
            <p:cNvPr id="5" name="TextBox 4"/>
            <p:cNvSpPr txBox="1"/>
            <p:nvPr/>
          </p:nvSpPr>
          <p:spPr>
            <a:xfrm>
              <a:off x="733613" y="1615233"/>
              <a:ext cx="2784737" cy="713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ru-RU" sz="3000" b="1" dirty="0">
                  <a:latin typeface="Arial Black" panose="020B0A04020102020204" pitchFamily="34" charset="0"/>
                  <a:ea typeface="Poppins" charset="0"/>
                  <a:cs typeface="Poppins" charset="0"/>
                </a:rPr>
                <a:t>Библиотеки</a:t>
              </a:r>
              <a:endParaRPr lang="en-US" sz="3000" b="1" dirty="0">
                <a:latin typeface="Arial Black" panose="020B0A04020102020204" pitchFamily="34" charset="0"/>
                <a:ea typeface="Poppins" charset="0"/>
                <a:cs typeface="Poppins" charset="0"/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 rot="5400000">
              <a:off x="793591" y="904013"/>
              <a:ext cx="444817" cy="444817"/>
            </a:xfrm>
            <a:custGeom>
              <a:avLst/>
              <a:gdLst>
                <a:gd name="connsiteX0" fmla="*/ 0 w 541175"/>
                <a:gd name="connsiteY0" fmla="*/ 326570 h 541175"/>
                <a:gd name="connsiteX1" fmla="*/ 0 w 541175"/>
                <a:gd name="connsiteY1" fmla="*/ 214603 h 541175"/>
                <a:gd name="connsiteX2" fmla="*/ 220324 w 541175"/>
                <a:gd name="connsiteY2" fmla="*/ 214603 h 541175"/>
                <a:gd name="connsiteX3" fmla="*/ 220324 w 541175"/>
                <a:gd name="connsiteY3" fmla="*/ 0 h 541175"/>
                <a:gd name="connsiteX4" fmla="*/ 332291 w 541175"/>
                <a:gd name="connsiteY4" fmla="*/ 0 h 541175"/>
                <a:gd name="connsiteX5" fmla="*/ 332291 w 541175"/>
                <a:gd name="connsiteY5" fmla="*/ 214603 h 541175"/>
                <a:gd name="connsiteX6" fmla="*/ 541175 w 541175"/>
                <a:gd name="connsiteY6" fmla="*/ 214603 h 541175"/>
                <a:gd name="connsiteX7" fmla="*/ 541175 w 541175"/>
                <a:gd name="connsiteY7" fmla="*/ 326570 h 541175"/>
                <a:gd name="connsiteX8" fmla="*/ 332291 w 541175"/>
                <a:gd name="connsiteY8" fmla="*/ 326570 h 541175"/>
                <a:gd name="connsiteX9" fmla="*/ 332291 w 541175"/>
                <a:gd name="connsiteY9" fmla="*/ 541175 h 541175"/>
                <a:gd name="connsiteX10" fmla="*/ 220324 w 541175"/>
                <a:gd name="connsiteY10" fmla="*/ 541175 h 541175"/>
                <a:gd name="connsiteX11" fmla="*/ 220324 w 541175"/>
                <a:gd name="connsiteY11" fmla="*/ 326570 h 54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1175" h="541175">
                  <a:moveTo>
                    <a:pt x="0" y="326570"/>
                  </a:moveTo>
                  <a:lnTo>
                    <a:pt x="0" y="214603"/>
                  </a:lnTo>
                  <a:lnTo>
                    <a:pt x="220324" y="214603"/>
                  </a:lnTo>
                  <a:lnTo>
                    <a:pt x="220324" y="0"/>
                  </a:lnTo>
                  <a:lnTo>
                    <a:pt x="332291" y="0"/>
                  </a:lnTo>
                  <a:lnTo>
                    <a:pt x="332291" y="214603"/>
                  </a:lnTo>
                  <a:lnTo>
                    <a:pt x="541175" y="214603"/>
                  </a:lnTo>
                  <a:lnTo>
                    <a:pt x="541175" y="326570"/>
                  </a:lnTo>
                  <a:lnTo>
                    <a:pt x="332291" y="326570"/>
                  </a:lnTo>
                  <a:lnTo>
                    <a:pt x="332291" y="541175"/>
                  </a:lnTo>
                  <a:lnTo>
                    <a:pt x="220324" y="541175"/>
                  </a:lnTo>
                  <a:lnTo>
                    <a:pt x="220324" y="32657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28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spc="5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endParaRPr>
            </a:p>
          </p:txBody>
        </p:sp>
      </p:grp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7937EB-4B6A-66D3-6D92-F89551F88C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3061" b="13061"/>
          <a:stretch>
            <a:fillRect/>
          </a:stretch>
        </p:blipFill>
        <p:spPr>
          <a:xfrm>
            <a:off x="6445250" y="-19050"/>
            <a:ext cx="4667250" cy="3448050"/>
          </a:xfr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8C4A5D-6C3A-E3F0-4C7D-B3BEE2000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64" y="2301535"/>
            <a:ext cx="5149947" cy="122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21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#mg21">
      <a:dk1>
        <a:sysClr val="windowText" lastClr="000000"/>
      </a:dk1>
      <a:lt1>
        <a:sysClr val="window" lastClr="FFFFFF"/>
      </a:lt1>
      <a:dk2>
        <a:srgbClr val="2D3847"/>
      </a:dk2>
      <a:lt2>
        <a:srgbClr val="E7E6E6"/>
      </a:lt2>
      <a:accent1>
        <a:srgbClr val="066DCA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59595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2624</TotalTime>
  <Words>173</Words>
  <Application>Microsoft Office PowerPoint</Application>
  <PresentationFormat>Широкоэкранный</PresentationFormat>
  <Paragraphs>31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Playfair Display</vt:lpstr>
      <vt:lpstr>Source Sans Pro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Александр Кузнецов</cp:lastModifiedBy>
  <cp:revision>332</cp:revision>
  <dcterms:created xsi:type="dcterms:W3CDTF">2019-03-25T17:04:38Z</dcterms:created>
  <dcterms:modified xsi:type="dcterms:W3CDTF">2025-11-19T11:34:29Z</dcterms:modified>
</cp:coreProperties>
</file>